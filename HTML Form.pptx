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6"/>
  </p:notesMasterIdLst>
  <p:sldIdLst>
    <p:sldId id="256" r:id="rId2"/>
    <p:sldId id="269" r:id="rId3"/>
    <p:sldId id="271" r:id="rId4"/>
    <p:sldId id="309" r:id="rId5"/>
    <p:sldId id="267" r:id="rId6"/>
    <p:sldId id="283" r:id="rId7"/>
    <p:sldId id="284" r:id="rId8"/>
    <p:sldId id="285" r:id="rId9"/>
    <p:sldId id="286" r:id="rId10"/>
    <p:sldId id="287" r:id="rId11"/>
    <p:sldId id="288" r:id="rId12"/>
    <p:sldId id="289" r:id="rId13"/>
    <p:sldId id="290" r:id="rId14"/>
    <p:sldId id="291" r:id="rId15"/>
    <p:sldId id="292" r:id="rId16"/>
    <p:sldId id="293" r:id="rId17"/>
    <p:sldId id="294" r:id="rId18"/>
    <p:sldId id="295" r:id="rId19"/>
    <p:sldId id="296" r:id="rId20"/>
    <p:sldId id="297" r:id="rId21"/>
    <p:sldId id="299" r:id="rId22"/>
    <p:sldId id="298" r:id="rId23"/>
    <p:sldId id="300" r:id="rId24"/>
    <p:sldId id="301" r:id="rId25"/>
    <p:sldId id="302" r:id="rId26"/>
    <p:sldId id="303" r:id="rId27"/>
    <p:sldId id="304" r:id="rId28"/>
    <p:sldId id="305" r:id="rId29"/>
    <p:sldId id="306" r:id="rId30"/>
    <p:sldId id="307" r:id="rId31"/>
    <p:sldId id="308" r:id="rId32"/>
    <p:sldId id="337" r:id="rId33"/>
    <p:sldId id="338" r:id="rId34"/>
    <p:sldId id="339" r:id="rId35"/>
    <p:sldId id="340" r:id="rId36"/>
    <p:sldId id="341" r:id="rId37"/>
    <p:sldId id="342" r:id="rId38"/>
    <p:sldId id="343" r:id="rId39"/>
    <p:sldId id="344" r:id="rId40"/>
    <p:sldId id="345" r:id="rId41"/>
    <p:sldId id="346" r:id="rId42"/>
    <p:sldId id="347" r:id="rId43"/>
    <p:sldId id="349" r:id="rId44"/>
    <p:sldId id="348" r:id="rId45"/>
    <p:sldId id="350" r:id="rId46"/>
    <p:sldId id="351" r:id="rId47"/>
    <p:sldId id="352" r:id="rId48"/>
    <p:sldId id="353" r:id="rId49"/>
    <p:sldId id="354" r:id="rId50"/>
    <p:sldId id="355" r:id="rId51"/>
    <p:sldId id="356" r:id="rId52"/>
    <p:sldId id="357" r:id="rId53"/>
    <p:sldId id="358" r:id="rId54"/>
    <p:sldId id="359" r:id="rId55"/>
    <p:sldId id="361" r:id="rId56"/>
    <p:sldId id="360" r:id="rId57"/>
    <p:sldId id="362" r:id="rId58"/>
    <p:sldId id="363" r:id="rId59"/>
    <p:sldId id="364" r:id="rId60"/>
    <p:sldId id="367" r:id="rId61"/>
    <p:sldId id="368" r:id="rId62"/>
    <p:sldId id="369" r:id="rId63"/>
    <p:sldId id="370" r:id="rId64"/>
    <p:sldId id="371" r:id="rId65"/>
    <p:sldId id="372" r:id="rId66"/>
    <p:sldId id="373" r:id="rId67"/>
    <p:sldId id="374" r:id="rId68"/>
    <p:sldId id="375" r:id="rId69"/>
    <p:sldId id="376" r:id="rId70"/>
    <p:sldId id="377" r:id="rId71"/>
    <p:sldId id="378" r:id="rId72"/>
    <p:sldId id="379" r:id="rId73"/>
    <p:sldId id="380" r:id="rId74"/>
    <p:sldId id="381" r:id="rId75"/>
    <p:sldId id="382" r:id="rId76"/>
    <p:sldId id="383" r:id="rId77"/>
    <p:sldId id="384" r:id="rId78"/>
    <p:sldId id="385" r:id="rId79"/>
    <p:sldId id="386" r:id="rId80"/>
    <p:sldId id="365" r:id="rId81"/>
    <p:sldId id="387" r:id="rId82"/>
    <p:sldId id="388" r:id="rId83"/>
    <p:sldId id="389" r:id="rId84"/>
    <p:sldId id="392" r:id="rId8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80" d="100"/>
          <a:sy n="80" d="100"/>
        </p:scale>
        <p:origin x="40" y="-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ableStyles" Target="tableStyle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30DCA-ACB4-43C3-805B-D0A178A2C9FC}" type="datetimeFigureOut">
              <a:rPr lang="en-ID" smtClean="0"/>
              <a:t>05/02/2026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57EBD-9CFC-4A7C-82D2-1B4A7A9D4DEE}" type="slidenum">
              <a:rPr lang="en-ID" smtClean="0"/>
              <a:t>‹#›</a:t>
            </a:fld>
            <a:endParaRPr lang="en-ID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30DCA-ACB4-43C3-805B-D0A178A2C9FC}" type="datetimeFigureOut">
              <a:rPr lang="en-ID" smtClean="0"/>
              <a:t>05/02/2026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57EBD-9CFC-4A7C-82D2-1B4A7A9D4DEE}" type="slidenum">
              <a:rPr lang="en-ID" smtClean="0"/>
              <a:t>‹#›</a:t>
            </a:fld>
            <a:endParaRPr lang="en-ID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30DCA-ACB4-43C3-805B-D0A178A2C9FC}" type="datetimeFigureOut">
              <a:rPr lang="en-ID" smtClean="0"/>
              <a:t>05/02/2026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57EBD-9CFC-4A7C-82D2-1B4A7A9D4DEE}" type="slidenum">
              <a:rPr lang="en-ID" smtClean="0"/>
              <a:t>‹#›</a:t>
            </a:fld>
            <a:endParaRPr lang="en-ID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30DCA-ACB4-43C3-805B-D0A178A2C9FC}" type="datetimeFigureOut">
              <a:rPr lang="en-ID" smtClean="0"/>
              <a:t>05/02/2026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57EBD-9CFC-4A7C-82D2-1B4A7A9D4DEE}" type="slidenum">
              <a:rPr lang="en-ID" smtClean="0"/>
              <a:t>‹#›</a:t>
            </a:fld>
            <a:endParaRPr lang="en-ID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30DCA-ACB4-43C3-805B-D0A178A2C9FC}" type="datetimeFigureOut">
              <a:rPr lang="en-ID" smtClean="0"/>
              <a:t>05/02/2026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57EBD-9CFC-4A7C-82D2-1B4A7A9D4DEE}" type="slidenum">
              <a:rPr lang="en-ID" smtClean="0"/>
              <a:t>‹#›</a:t>
            </a:fld>
            <a:endParaRPr lang="en-ID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30DCA-ACB4-43C3-805B-D0A178A2C9FC}" type="datetimeFigureOut">
              <a:rPr lang="en-ID" smtClean="0"/>
              <a:t>05/02/2026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57EBD-9CFC-4A7C-82D2-1B4A7A9D4DEE}" type="slidenum">
              <a:rPr lang="en-ID" smtClean="0"/>
              <a:t>‹#›</a:t>
            </a:fld>
            <a:endParaRPr lang="en-ID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30DCA-ACB4-43C3-805B-D0A178A2C9FC}" type="datetimeFigureOut">
              <a:rPr lang="en-ID" smtClean="0"/>
              <a:t>05/02/2026</a:t>
            </a:fld>
            <a:endParaRPr lang="en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57EBD-9CFC-4A7C-82D2-1B4A7A9D4DEE}" type="slidenum">
              <a:rPr lang="en-ID" smtClean="0"/>
              <a:t>‹#›</a:t>
            </a:fld>
            <a:endParaRPr lang="en-ID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30DCA-ACB4-43C3-805B-D0A178A2C9FC}" type="datetimeFigureOut">
              <a:rPr lang="en-ID" smtClean="0"/>
              <a:t>05/02/2026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57EBD-9CFC-4A7C-82D2-1B4A7A9D4DEE}" type="slidenum">
              <a:rPr lang="en-ID" smtClean="0"/>
              <a:t>‹#›</a:t>
            </a:fld>
            <a:endParaRPr lang="en-ID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30DCA-ACB4-43C3-805B-D0A178A2C9FC}" type="datetimeFigureOut">
              <a:rPr lang="en-ID" smtClean="0"/>
              <a:t>05/02/2026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57EBD-9CFC-4A7C-82D2-1B4A7A9D4DEE}" type="slidenum">
              <a:rPr lang="en-ID" smtClean="0"/>
              <a:t>‹#›</a:t>
            </a:fld>
            <a:endParaRPr lang="en-ID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30DCA-ACB4-43C3-805B-D0A178A2C9FC}" type="datetimeFigureOut">
              <a:rPr lang="en-ID" smtClean="0"/>
              <a:t>05/02/2026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57EBD-9CFC-4A7C-82D2-1B4A7A9D4DEE}" type="slidenum">
              <a:rPr lang="en-ID" smtClean="0"/>
              <a:t>‹#›</a:t>
            </a:fld>
            <a:endParaRPr lang="en-ID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30DCA-ACB4-43C3-805B-D0A178A2C9FC}" type="datetimeFigureOut">
              <a:rPr lang="en-ID" smtClean="0"/>
              <a:t>05/02/2026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57EBD-9CFC-4A7C-82D2-1B4A7A9D4DEE}" type="slidenum">
              <a:rPr lang="en-ID" smtClean="0"/>
              <a:t>‹#›</a:t>
            </a:fld>
            <a:endParaRPr lang="en-ID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30DCA-ACB4-43C3-805B-D0A178A2C9FC}" type="datetimeFigureOut">
              <a:rPr lang="en-ID" smtClean="0"/>
              <a:t>05/02/2026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57EBD-9CFC-4A7C-82D2-1B4A7A9D4DEE}" type="slidenum">
              <a:rPr lang="en-ID" smtClean="0"/>
              <a:t>‹#›</a:t>
            </a:fld>
            <a:endParaRPr lang="en-ID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330DCA-ACB4-43C3-805B-D0A178A2C9FC}" type="datetimeFigureOut">
              <a:rPr lang="en-ID" smtClean="0"/>
              <a:t>05/02/2026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257EBD-9CFC-4A7C-82D2-1B4A7A9D4DEE}" type="slidenum">
              <a:rPr lang="en-ID" smtClean="0"/>
              <a:t>‹#›</a:t>
            </a:fld>
            <a:endParaRPr lang="en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mELDK1yS8iU&amp;t=4306s" TargetMode="External"/><Relationship Id="rId2" Type="http://schemas.openxmlformats.org/officeDocument/2006/relationships/hyperlink" Target="https://www.youtube.com/watch?v=92Rjzrq4oIg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slide" Target="slide28.xml"/><Relationship Id="rId18" Type="http://schemas.openxmlformats.org/officeDocument/2006/relationships/slide" Target="slide40.xml"/><Relationship Id="rId26" Type="http://schemas.openxmlformats.org/officeDocument/2006/relationships/slide" Target="slide58.xml"/><Relationship Id="rId3" Type="http://schemas.openxmlformats.org/officeDocument/2006/relationships/slide" Target="slide4.xml"/><Relationship Id="rId21" Type="http://schemas.openxmlformats.org/officeDocument/2006/relationships/slide" Target="slide46.xml"/><Relationship Id="rId34" Type="http://schemas.openxmlformats.org/officeDocument/2006/relationships/slide" Target="slide80.xml"/><Relationship Id="rId7" Type="http://schemas.openxmlformats.org/officeDocument/2006/relationships/slide" Target="slide14.xml"/><Relationship Id="rId12" Type="http://schemas.openxmlformats.org/officeDocument/2006/relationships/slide" Target="slide25.xml"/><Relationship Id="rId17" Type="http://schemas.openxmlformats.org/officeDocument/2006/relationships/slide" Target="slide38.xml"/><Relationship Id="rId25" Type="http://schemas.openxmlformats.org/officeDocument/2006/relationships/slide" Target="slide56.xml"/><Relationship Id="rId33" Type="http://schemas.openxmlformats.org/officeDocument/2006/relationships/slide" Target="slide78.xml"/><Relationship Id="rId2" Type="http://schemas.openxmlformats.org/officeDocument/2006/relationships/notesSlide" Target="../notesSlides/notesSlide1.xml"/><Relationship Id="rId16" Type="http://schemas.openxmlformats.org/officeDocument/2006/relationships/slide" Target="slide36.xml"/><Relationship Id="rId20" Type="http://schemas.openxmlformats.org/officeDocument/2006/relationships/slide" Target="slide44.xml"/><Relationship Id="rId29" Type="http://schemas.openxmlformats.org/officeDocument/2006/relationships/slide" Target="slide65.xml"/><Relationship Id="rId1" Type="http://schemas.openxmlformats.org/officeDocument/2006/relationships/slideLayout" Target="../slideLayouts/slideLayout4.xml"/><Relationship Id="rId6" Type="http://schemas.openxmlformats.org/officeDocument/2006/relationships/slide" Target="slide11.xml"/><Relationship Id="rId11" Type="http://schemas.openxmlformats.org/officeDocument/2006/relationships/slide" Target="slide23.xml"/><Relationship Id="rId24" Type="http://schemas.openxmlformats.org/officeDocument/2006/relationships/slide" Target="slide54.xml"/><Relationship Id="rId32" Type="http://schemas.openxmlformats.org/officeDocument/2006/relationships/slide" Target="slide71.xml"/><Relationship Id="rId5" Type="http://schemas.openxmlformats.org/officeDocument/2006/relationships/slide" Target="slide7.xml"/><Relationship Id="rId15" Type="http://schemas.openxmlformats.org/officeDocument/2006/relationships/slide" Target="slide34.xml"/><Relationship Id="rId23" Type="http://schemas.openxmlformats.org/officeDocument/2006/relationships/slide" Target="slide52.xml"/><Relationship Id="rId28" Type="http://schemas.openxmlformats.org/officeDocument/2006/relationships/slide" Target="slide62.xml"/><Relationship Id="rId10" Type="http://schemas.openxmlformats.org/officeDocument/2006/relationships/slide" Target="slide20.xml"/><Relationship Id="rId19" Type="http://schemas.openxmlformats.org/officeDocument/2006/relationships/slide" Target="slide42.xml"/><Relationship Id="rId31" Type="http://schemas.openxmlformats.org/officeDocument/2006/relationships/slide" Target="slide69.xml"/><Relationship Id="rId4" Type="http://schemas.openxmlformats.org/officeDocument/2006/relationships/slide" Target="slide6.xml"/><Relationship Id="rId9" Type="http://schemas.openxmlformats.org/officeDocument/2006/relationships/slide" Target="slide18.xml"/><Relationship Id="rId14" Type="http://schemas.openxmlformats.org/officeDocument/2006/relationships/slide" Target="slide32.xml"/><Relationship Id="rId22" Type="http://schemas.openxmlformats.org/officeDocument/2006/relationships/slide" Target="slide49.xml"/><Relationship Id="rId27" Type="http://schemas.openxmlformats.org/officeDocument/2006/relationships/slide" Target="slide60.xml"/><Relationship Id="rId30" Type="http://schemas.openxmlformats.org/officeDocument/2006/relationships/slide" Target="slide67.xml"/><Relationship Id="rId35" Type="http://schemas.openxmlformats.org/officeDocument/2006/relationships/slide" Target="slide83.xml"/><Relationship Id="rId8" Type="http://schemas.openxmlformats.org/officeDocument/2006/relationships/slide" Target="slide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hyperlink" Target="https://interactive-examples.mdn.mozilla.net/media/examples/login-button.png%0d" TargetMode="Externa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hyperlink" Target="https://regexr.com/%0d" TargetMode="Externa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hyperlink" Target="https://regexr.com/%0d" TargetMode="Externa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en-ID" sz="13800" dirty="0"/>
              <a:t>HTML 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16643"/>
            <a:ext cx="9144000" cy="1655762"/>
          </a:xfrm>
        </p:spPr>
        <p:txBody>
          <a:bodyPr>
            <a:normAutofit/>
          </a:bodyPr>
          <a:lstStyle/>
          <a:p>
            <a:r>
              <a:rPr lang="en-US" sz="4800" dirty="0"/>
              <a:t>Hypertext Markup Language</a:t>
            </a:r>
          </a:p>
          <a:p>
            <a:r>
              <a:rPr lang="en-US" altLang="en-ID" sz="4800" dirty="0"/>
              <a:t>BY Pak Heru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/>
          <a:lstStyle/>
          <a:p>
            <a:pPr algn="ctr"/>
            <a:r>
              <a:rPr lang="en-US"/>
              <a:t>Prasyarat Materi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hlinkClick r:id="rId2" action="ppaction://hlinkfile"/>
              </a:rPr>
              <a:t>Belajar HTTP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Sumber: </a:t>
            </a:r>
            <a:r>
              <a:rPr lang="en-US">
                <a:hlinkClick r:id="rId3" action="ppaction://hlinkfile"/>
              </a:rPr>
              <a:t>Tutorial HTML Form (Bahasa Indonesia)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4700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ctr"/>
            <a:r>
              <a:rPr lang="en-US"/>
              <a:t> 1. Materi HTML Form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838200" y="1423670"/>
            <a:ext cx="5181600" cy="5215255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 </a:t>
            </a:r>
            <a:r>
              <a:rPr lang="en-US" sz="2000"/>
              <a:t>Pendahuluan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hlinkClick r:id="rId3" action="ppaction://hlinksldjump"/>
              </a:rPr>
              <a:t>1 - Pengenalan HTML Form</a:t>
            </a:r>
            <a:endParaRPr lang="en-US" sz="20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hlinkClick r:id="rId4" action="ppaction://hlinksldjump"/>
              </a:rPr>
              <a:t>2 - Membuat Project</a:t>
            </a:r>
            <a:endParaRPr lang="en-US" sz="20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hlinkClick r:id="rId5" action="ppaction://hlinksldjump"/>
              </a:rPr>
              <a:t>3 - Form Tag</a:t>
            </a:r>
            <a:endParaRPr lang="en-US" sz="20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hlinkClick r:id="rId6" action="ppaction://hlinksldjump"/>
              </a:rPr>
              <a:t>4 - Input Tag</a:t>
            </a:r>
            <a:endParaRPr lang="en-US" sz="20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hlinkClick r:id="rId7" action="ppaction://hlinksldjump"/>
              </a:rPr>
              <a:t>5 - Input Text</a:t>
            </a:r>
            <a:endParaRPr lang="en-US" sz="20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hlinkClick r:id="rId8" action="ppaction://hlinksldjump"/>
              </a:rPr>
              <a:t>6 - Label Tag</a:t>
            </a:r>
            <a:endParaRPr lang="en-US" sz="20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hlinkClick r:id="rId9" action="ppaction://hlinksldjump"/>
              </a:rPr>
              <a:t>7 - Input Submit</a:t>
            </a:r>
            <a:endParaRPr lang="en-US" sz="20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hlinkClick r:id="rId10" action="ppaction://hlinksldjump"/>
              </a:rPr>
              <a:t>8 - Memproses Input</a:t>
            </a:r>
            <a:endParaRPr lang="en-US" sz="20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hlinkClick r:id="rId11" action="ppaction://hlinksldjump"/>
              </a:rPr>
              <a:t>9 - Input Reset</a:t>
            </a:r>
            <a:endParaRPr lang="en-US" sz="20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hlinkClick r:id="rId12" action="ppaction://hlinksldjump"/>
              </a:rPr>
              <a:t>10 - Input Button</a:t>
            </a:r>
            <a:endParaRPr lang="en-US" sz="20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hlinkClick r:id="rId13" action="ppaction://hlinksldjump"/>
              </a:rPr>
              <a:t>11 - Input Checkbox</a:t>
            </a:r>
            <a:endParaRPr lang="en-US" sz="20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hlinkClick r:id="rId14" action="ppaction://hlinksldjump"/>
              </a:rPr>
              <a:t>12 - Input Color</a:t>
            </a:r>
            <a:endParaRPr lang="en-US" sz="20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hlinkClick r:id="rId15" action="ppaction://hlinksldjump"/>
              </a:rPr>
              <a:t>13 - Input Date</a:t>
            </a:r>
            <a:endParaRPr lang="en-US" sz="20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hlinkClick r:id="rId16" action="ppaction://hlinksldjump"/>
              </a:rPr>
              <a:t>14 - Input Data Time</a:t>
            </a:r>
            <a:endParaRPr lang="en-US" sz="20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hlinkClick r:id="rId17" action="ppaction://hlinksldjump"/>
              </a:rPr>
              <a:t>15 - Input Month</a:t>
            </a:r>
            <a:endParaRPr lang="en-US" sz="20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hlinkClick r:id="rId18" action="ppaction://hlinksldjump"/>
              </a:rPr>
              <a:t>16 - Input Time</a:t>
            </a:r>
            <a:endParaRPr lang="en-US" sz="200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6172200" y="1423670"/>
            <a:ext cx="5181600" cy="543433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hlinkClick r:id="rId19" action="ppaction://hlinksldjump"/>
              </a:rPr>
              <a:t>17 - Input Week</a:t>
            </a:r>
            <a:endParaRPr lang="en-US" sz="20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hlinkClick r:id="rId20" action="ppaction://hlinksldjump"/>
              </a:rPr>
              <a:t>18 - Input Email</a:t>
            </a:r>
            <a:endParaRPr lang="en-US" sz="20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hlinkClick r:id="rId21" action="ppaction://hlinksldjump"/>
              </a:rPr>
              <a:t>19 - Input File</a:t>
            </a:r>
            <a:endParaRPr lang="en-US" sz="20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hlinkClick r:id="rId22" action="ppaction://hlinksldjump"/>
              </a:rPr>
              <a:t>20 - Input Hidden</a:t>
            </a:r>
            <a:endParaRPr lang="en-US" sz="20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hlinkClick r:id="rId23" action="ppaction://hlinksldjump"/>
              </a:rPr>
              <a:t>21 - Input Image</a:t>
            </a:r>
            <a:endParaRPr lang="en-US" sz="20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hlinkClick r:id="rId24" action="ppaction://hlinksldjump"/>
              </a:rPr>
              <a:t>22 - Input Number</a:t>
            </a:r>
            <a:endParaRPr lang="en-US" sz="20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hlinkClick r:id="rId25" action="ppaction://hlinksldjump"/>
              </a:rPr>
              <a:t>23 - Input Password</a:t>
            </a:r>
            <a:endParaRPr lang="en-US" sz="20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hlinkClick r:id="rId26" action="ppaction://hlinksldjump"/>
              </a:rPr>
              <a:t>24 - Input Radio</a:t>
            </a:r>
            <a:endParaRPr lang="en-US" sz="20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hlinkClick r:id="rId27" action="ppaction://hlinksldjump"/>
              </a:rPr>
              <a:t>25 - Input Range</a:t>
            </a:r>
            <a:endParaRPr lang="en-US" sz="20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hlinkClick r:id="rId28" action="ppaction://hlinksldjump"/>
              </a:rPr>
              <a:t>26 - Input Telephone</a:t>
            </a:r>
            <a:endParaRPr lang="en-US" sz="20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hlinkClick r:id="rId29" action="ppaction://hlinksldjump"/>
              </a:rPr>
              <a:t>27 - Input URL</a:t>
            </a:r>
            <a:endParaRPr lang="en-US" sz="20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hlinkClick r:id="rId30" action="ppaction://hlinksldjump"/>
              </a:rPr>
              <a:t>28 - Text Area Tag</a:t>
            </a:r>
            <a:endParaRPr lang="en-US" sz="20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hlinkClick r:id="rId31" action="ppaction://hlinksldjump"/>
              </a:rPr>
              <a:t>29 - Button Tag</a:t>
            </a:r>
            <a:endParaRPr lang="en-US" sz="20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hlinkClick r:id="rId32" action="ppaction://hlinksldjump"/>
              </a:rPr>
              <a:t>30 - Select Tag</a:t>
            </a:r>
            <a:endParaRPr lang="en-US" sz="20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hlinkClick r:id="rId33" action="ppaction://hlinksldjump"/>
              </a:rPr>
              <a:t>31 - Data List Tag</a:t>
            </a:r>
            <a:endParaRPr lang="en-US" sz="20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hlinkClick r:id="rId34" action="ppaction://hlinksldjump"/>
              </a:rPr>
              <a:t>32 - Field Set Tag</a:t>
            </a:r>
            <a:endParaRPr lang="en-US" sz="20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hlinkClick r:id="rId35" action="ppaction://hlinksldjump"/>
              </a:rPr>
              <a:t>33 - Materi </a:t>
            </a:r>
            <a:r>
              <a:rPr lang="en-US" sz="2000" dirty="0" err="1">
                <a:hlinkClick r:id="rId35" action="ppaction://hlinksldjump"/>
              </a:rPr>
              <a:t>Selanjutnya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solidFill>
            <a:srgbClr val="00B0F0"/>
          </a:solidFill>
        </p:spPr>
        <p:txBody>
          <a:bodyPr>
            <a:normAutofit/>
          </a:bodyPr>
          <a:lstStyle/>
          <a:p>
            <a:pPr algn="ctr"/>
            <a:r>
              <a:rPr lang="en-US" altLang="en-US"/>
              <a:t>1 - Pengenalan HTML Form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lstStyle/>
          <a:p>
            <a:pPr marL="0" indent="0">
              <a:buNone/>
            </a:pPr>
            <a:r>
              <a:rPr lang="en-US" altLang="en-US"/>
              <a:t>Pengenalan HTML Form</a:t>
            </a:r>
          </a:p>
          <a:p>
            <a:r>
              <a:rPr lang="en-US" altLang="en-US"/>
              <a:t>Jika kita perhatikan halaman web yang populer seperti Google, Facebook dan Youtube </a:t>
            </a:r>
          </a:p>
          <a:p>
            <a:r>
              <a:rPr lang="en-US" altLang="en-US"/>
              <a:t>Semua web tersebut memiliki bagian untuk menerima data, yang datanya dimasukkan oleh pengguna web tersebut</a:t>
            </a:r>
          </a:p>
          <a:p>
            <a:r>
              <a:rPr lang="en-US" altLang="en-US"/>
              <a:t>Di HTML, untuk menerima input data dari pengguna, kita bisa menggunakan HTML Form </a:t>
            </a:r>
          </a:p>
          <a:p>
            <a:r>
              <a:rPr lang="en-US" altLang="en-US"/>
              <a:t>Terdapat banyak sekali jenis input data yang bisa kita buat dalam Form, seperti teks, checkbox, selection, password, dan masih banyak yang lainnya</a:t>
            </a:r>
          </a:p>
          <a:p>
            <a:endParaRPr lang="en-US" altLang="en-US"/>
          </a:p>
          <a:p>
            <a:pPr marL="0" indent="0" algn="r">
              <a:buNone/>
            </a:pPr>
            <a:r>
              <a:rPr lang="en-US">
                <a:highlight>
                  <a:srgbClr val="00FFFF"/>
                </a:highlight>
                <a:sym typeface="+mn-ea"/>
                <a:hlinkClick r:id="rId2" action="ppaction://hlinksldjump">
                  <a:extLst>
                    <a:ext uri="{DAF060AB-1E55-43B9-8AAB-6FB025537F2F}">
                      <wpsdc:hlinkUnderline xmlns="" xmlns:wpsdc="http://www.wps.cn/officeDocument/2017/drawingmlCustomData" val="1"/>
                    </a:ext>
                  </a:extLst>
                </a:hlinkClick>
              </a:rPr>
              <a:t>Materi (home)</a:t>
            </a:r>
            <a:endParaRPr lang="en-US">
              <a:highlight>
                <a:srgbClr val="00FFFF"/>
              </a:highlight>
            </a:endParaRPr>
          </a:p>
          <a:p>
            <a:pPr marL="0" indent="0" algn="r"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>
            <a:normAutofit/>
          </a:bodyPr>
          <a:lstStyle/>
          <a:p>
            <a:pPr algn="l"/>
            <a:r>
              <a:rPr lang="en-US"/>
              <a:t>Contoh Forms</a:t>
            </a: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617470"/>
            <a:ext cx="4541520" cy="2767330"/>
          </a:xfrm>
          <a:prstGeom prst="rect">
            <a:avLst/>
          </a:prstGeom>
        </p:spPr>
      </p:pic>
      <p:pic>
        <p:nvPicPr>
          <p:cNvPr id="3" name="Content Placeholder 2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096000" y="1884680"/>
            <a:ext cx="4980940" cy="4292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solidFill>
            <a:srgbClr val="00B0F0"/>
          </a:solidFill>
        </p:spPr>
        <p:txBody>
          <a:bodyPr>
            <a:normAutofit/>
          </a:bodyPr>
          <a:lstStyle/>
          <a:p>
            <a:pPr algn="ctr"/>
            <a:r>
              <a:rPr lang="en-US"/>
              <a:t>2 - </a:t>
            </a:r>
            <a:r>
              <a:rPr lang="en-US" altLang="en-US"/>
              <a:t>Membuat Project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/>
              <a:t>Membuat Project</a:t>
            </a:r>
          </a:p>
          <a:p>
            <a:r>
              <a:rPr lang="en-US" altLang="en-US"/>
              <a:t>Sillahkan buat project baru dengan nama folder belajar-html-form</a:t>
            </a:r>
          </a:p>
          <a:p>
            <a:r>
              <a:rPr lang="en-US" altLang="en-US"/>
              <a:t>Buka menggunakan Text Editor yang biasa digunakan</a:t>
            </a:r>
          </a:p>
          <a:p>
            <a:r>
              <a:rPr lang="en-US" altLang="en-US"/>
              <a:t>Buat Folder untuk html-form di file explorer sebagai tempat belajar praktek html form</a:t>
            </a:r>
          </a:p>
          <a:p>
            <a:endParaRPr lang="en-US" altLang="en-US"/>
          </a:p>
          <a:p>
            <a:endParaRPr lang="en-US" altLang="en-US"/>
          </a:p>
          <a:p>
            <a:pPr marL="0" indent="0" algn="r">
              <a:buNone/>
            </a:pPr>
            <a:r>
              <a:rPr lang="en-US">
                <a:highlight>
                  <a:srgbClr val="00FFFF"/>
                </a:highlight>
                <a:sym typeface="+mn-ea"/>
                <a:hlinkClick r:id="rId2" action="ppaction://hlinksldjump">
                  <a:extLst>
                    <a:ext uri="{DAF060AB-1E55-43B9-8AAB-6FB025537F2F}">
                      <wpsdc:hlinkUnderline xmlns="" xmlns:wpsdc="http://www.wps.cn/officeDocument/2017/drawingmlCustomData" val="1"/>
                    </a:ext>
                  </a:extLst>
                </a:hlinkClick>
              </a:rPr>
              <a:t>Materi (home)</a:t>
            </a:r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solidFill>
            <a:srgbClr val="00B0F0"/>
          </a:solidFill>
        </p:spPr>
        <p:txBody>
          <a:bodyPr>
            <a:normAutofit/>
          </a:bodyPr>
          <a:lstStyle/>
          <a:p>
            <a:pPr algn="ctr"/>
            <a:r>
              <a:rPr lang="en-US"/>
              <a:t>3 - Tag Form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/>
              <a:t>Form Tag</a:t>
            </a:r>
          </a:p>
          <a:p>
            <a:r>
              <a:rPr lang="en-US" altLang="en-US"/>
              <a:t>Form Tag adalah tag dengan kata kunci form, yang digunakan sebagai bagian dari input informasi yang diberikan oleh pengguna</a:t>
            </a:r>
          </a:p>
          <a:p>
            <a:r>
              <a:rPr lang="en-US" altLang="en-US"/>
              <a:t>Setiap kita ingin membuat input informasi dari pengguna, maka kita harus buat dalam Form Tag</a:t>
            </a:r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pPr marL="0" indent="0" algn="r">
              <a:buNone/>
            </a:pPr>
            <a:r>
              <a:rPr lang="en-US">
                <a:highlight>
                  <a:srgbClr val="00FFFF"/>
                </a:highlight>
                <a:sym typeface="+mn-ea"/>
                <a:hlinkClick r:id="rId2" action="ppaction://hlinksldjump">
                  <a:extLst>
                    <a:ext uri="{DAF060AB-1E55-43B9-8AAB-6FB025537F2F}">
                      <wpsdc:hlinkUnderline xmlns="" xmlns:wpsdc="http://www.wps.cn/officeDocument/2017/drawingmlCustomData" val="1"/>
                    </a:ext>
                  </a:extLst>
                </a:hlinkClick>
              </a:rPr>
              <a:t>Materi (home)</a:t>
            </a:r>
            <a:endParaRPr lang="en-US" altLang="en-US"/>
          </a:p>
          <a:p>
            <a:pPr marL="0" indent="0" algn="r"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>
            <a:normAutofit/>
          </a:bodyPr>
          <a:lstStyle/>
          <a:p>
            <a:pPr algn="l"/>
            <a:r>
              <a:rPr lang="en-US"/>
              <a:t>Penulisan tag form</a:t>
            </a: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835" y="1792605"/>
            <a:ext cx="10398760" cy="48031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>
            <a:normAutofit/>
          </a:bodyPr>
          <a:lstStyle/>
          <a:p>
            <a:pPr algn="l"/>
            <a:r>
              <a:rPr lang="en-US" altLang="en-US"/>
              <a:t>Form Attribute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20000"/>
          </a:bodyPr>
          <a:lstStyle/>
          <a:p>
            <a:pPr marL="0" indent="0">
              <a:buNone/>
            </a:pPr>
            <a:r>
              <a:rPr lang="en-US" altLang="en-US"/>
              <a:t>Form Attribute</a:t>
            </a:r>
          </a:p>
          <a:p>
            <a:r>
              <a:rPr lang="en-US" altLang="en-US"/>
              <a:t>Form Tag memiliki banyak atribut, berikut adalah atribut yang penting untuk kita ketahui</a:t>
            </a:r>
          </a:p>
          <a:p>
            <a:r>
              <a:rPr lang="en-US" altLang="en-US"/>
              <a:t>name, berisi informasi nama form, nama form harus unik dalam satu file html, tidak boleh ada nama form yang sama</a:t>
            </a:r>
          </a:p>
          <a:p>
            <a:r>
              <a:rPr lang="en-US" altLang="en-US"/>
              <a:t>action, berisi URL (bisa absolute atau relative) kemana informasi di form ini akan dikirim </a:t>
            </a:r>
            <a:r>
              <a:rPr lang="en-US" altLang="en-US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enctype</a:t>
            </a:r>
            <a:r>
              <a:rPr lang="en-US" altLang="en-US"/>
              <a:t>, berisi tipe data form, defaultnya "</a:t>
            </a:r>
            <a:r>
              <a:rPr lang="en-US" altLang="en-US">
                <a:solidFill>
                  <a:srgbClr val="0070C0"/>
                </a:solidFill>
              </a:rPr>
              <a:t>application/x-www-form-urlencoded", atau "multipart/form-data</a:t>
            </a:r>
            <a:r>
              <a:rPr lang="en-US" altLang="en-US"/>
              <a:t>" jika input data berisi file</a:t>
            </a:r>
          </a:p>
          <a:p>
            <a:r>
              <a:rPr lang="en-US" altLang="en-US"/>
              <a:t>method, berisi aksi HTTP Method yang akan digunakan, jika "</a:t>
            </a:r>
            <a:r>
              <a:rPr lang="en-US" altLang="en-US">
                <a:solidFill>
                  <a:srgbClr val="0070C0"/>
                </a:solidFill>
              </a:rPr>
              <a:t>get" maka informasi akan dikirim sebagai query parameter di URL</a:t>
            </a:r>
            <a:r>
              <a:rPr lang="en-US" altLang="en-US"/>
              <a:t>, jika "</a:t>
            </a:r>
            <a:r>
              <a:rPr lang="en-US" altLang="en-US">
                <a:solidFill>
                  <a:srgbClr val="0070C0"/>
                </a:solidFill>
              </a:rPr>
              <a:t>post" maka informasi akan dikirim di request body HTTP target</a:t>
            </a:r>
            <a:r>
              <a:rPr lang="en-US" altLang="en-US"/>
              <a:t>, berisikan informasi dimana hasil form ini akan ditampilkan, defaultnya adalah "_self" (dihalaman yang sama), atau"_blank" (di halaman berbeda)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>
            <a:normAutofit/>
          </a:bodyPr>
          <a:lstStyle/>
          <a:p>
            <a:pPr algn="l"/>
            <a:r>
              <a:rPr lang="en-US"/>
              <a:t>Contoh Penulisan form attribut</a:t>
            </a: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7565" y="1847215"/>
            <a:ext cx="10516235" cy="46259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solidFill>
            <a:srgbClr val="00B0F0"/>
          </a:solidFill>
        </p:spPr>
        <p:txBody>
          <a:bodyPr>
            <a:normAutofit/>
          </a:bodyPr>
          <a:lstStyle/>
          <a:p>
            <a:pPr algn="ctr"/>
            <a:r>
              <a:rPr lang="en-US"/>
              <a:t>4. Input tag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/>
              <a:t>Input Tag</a:t>
            </a:r>
          </a:p>
          <a:p>
            <a:r>
              <a:rPr lang="en-US" altLang="en-US"/>
              <a:t>Form Tag hanya deklarasi bahwa kita akan membuat form berisi input data</a:t>
            </a:r>
          </a:p>
          <a:p>
            <a:r>
              <a:rPr lang="en-US" altLang="en-US"/>
              <a:t>Sedangkan untuk detail input data apa yang diperlukan, kita perlu menggunakan Input Tag Input tag menggunakan kata kunci "input"</a:t>
            </a:r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pPr marL="0" indent="0" algn="r">
              <a:buNone/>
            </a:pPr>
            <a:r>
              <a:rPr lang="en-US">
                <a:highlight>
                  <a:srgbClr val="00FFFF"/>
                </a:highlight>
                <a:sym typeface="+mn-ea"/>
                <a:hlinkClick r:id="rId2" action="ppaction://hlinksldjump">
                  <a:extLst>
                    <a:ext uri="{DAF060AB-1E55-43B9-8AAB-6FB025537F2F}">
                      <wpsdc:hlinkUnderline xmlns="" xmlns:wpsdc="http://www.wps.cn/officeDocument/2017/drawingmlCustomData" val="1"/>
                    </a:ext>
                  </a:extLst>
                </a:hlinkClick>
              </a:rPr>
              <a:t>Materi (home)</a:t>
            </a:r>
            <a:endParaRPr lang="en-US" altLang="en-US"/>
          </a:p>
          <a:p>
            <a:pPr marL="0" indent="0" algn="r"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3290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l"/>
            <a:r>
              <a:rPr lang="en-US" altLang="en-US"/>
              <a:t>Input Attribute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543050"/>
            <a:ext cx="10515600" cy="4634230"/>
          </a:xfrm>
        </p:spPr>
        <p:txBody>
          <a:bodyPr>
            <a:normAutofit fontScale="87500" lnSpcReduction="20000"/>
          </a:bodyPr>
          <a:lstStyle/>
          <a:p>
            <a:pPr marL="0" indent="0">
              <a:buNone/>
            </a:pPr>
            <a:r>
              <a:rPr lang="en-US" altLang="en-US"/>
              <a:t>Input Attribute</a:t>
            </a:r>
          </a:p>
          <a:p>
            <a:r>
              <a:rPr lang="en-US" altLang="en-US"/>
              <a:t>HTML Form mendukung banyak sekali jenis input, dan untuk mengatur jenis input, kita harus mengubahnya menggunakan attribute. Ada beberapa attribute yang perlu kita ketahui di input </a:t>
            </a:r>
          </a:p>
          <a:p>
            <a:r>
              <a:rPr lang="en-US" altLang="en-US">
                <a:solidFill>
                  <a:srgbClr val="0070C0"/>
                </a:solidFill>
              </a:rPr>
              <a:t>name</a:t>
            </a:r>
            <a:r>
              <a:rPr lang="en-US" altLang="en-US"/>
              <a:t>, digunakan untuk memberi nama input, nama input harus unik dalam form yang sama, tidak boleh ada yang sama</a:t>
            </a:r>
          </a:p>
          <a:p>
            <a:r>
              <a:rPr lang="en-US" altLang="en-US">
                <a:solidFill>
                  <a:srgbClr val="0070C0"/>
                </a:solidFill>
              </a:rPr>
              <a:t>type</a:t>
            </a:r>
            <a:r>
              <a:rPr lang="en-US" altLang="en-US"/>
              <a:t>, digunakan untuk memilih jenis input, kita akan bahas lebih detail untuk jenis-jenis tipe input yang tersedia di HTML</a:t>
            </a:r>
          </a:p>
          <a:p>
            <a:r>
              <a:rPr lang="en-US" altLang="en-US">
                <a:solidFill>
                  <a:srgbClr val="0070C0"/>
                </a:solidFill>
              </a:rPr>
              <a:t>value,</a:t>
            </a:r>
            <a:r>
              <a:rPr lang="en-US" altLang="en-US"/>
              <a:t> digunakan untuk mengubah nilai default dari input</a:t>
            </a:r>
          </a:p>
          <a:p>
            <a:r>
              <a:rPr lang="en-US" altLang="en-US">
                <a:solidFill>
                  <a:srgbClr val="0070C0"/>
                </a:solidFill>
              </a:rPr>
              <a:t>disabled</a:t>
            </a:r>
            <a:r>
              <a:rPr lang="en-US" altLang="en-US"/>
              <a:t>, digunakan untuk menjadikan input tidak aktif</a:t>
            </a:r>
          </a:p>
          <a:p>
            <a:r>
              <a:rPr lang="en-US" altLang="en-US">
                <a:solidFill>
                  <a:srgbClr val="0070C0"/>
                </a:solidFill>
              </a:rPr>
              <a:t>readonly</a:t>
            </a:r>
            <a:r>
              <a:rPr lang="en-US" altLang="en-US"/>
              <a:t>, digunakan untuk menjadikan input tidak bisa diubah</a:t>
            </a:r>
          </a:p>
          <a:p>
            <a:r>
              <a:rPr lang="en-US" altLang="en-US">
                <a:solidFill>
                  <a:srgbClr val="0070C0"/>
                </a:solidFill>
              </a:rPr>
              <a:t>required</a:t>
            </a:r>
            <a:r>
              <a:rPr lang="en-US" altLang="en-US"/>
              <a:t>, digunakan untuk menandai bahwa input wajib diisi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10540" y="365125"/>
            <a:ext cx="11200765" cy="1325880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l"/>
            <a:r>
              <a:rPr lang="en-US"/>
              <a:t>Penulisan tag input dan atributnya</a:t>
            </a: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0540" y="1927860"/>
            <a:ext cx="11200765" cy="428053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solidFill>
            <a:srgbClr val="00B0F0"/>
          </a:solidFill>
        </p:spPr>
        <p:txBody>
          <a:bodyPr>
            <a:normAutofit/>
          </a:bodyPr>
          <a:lstStyle/>
          <a:p>
            <a:pPr algn="ctr"/>
            <a:r>
              <a:rPr lang="en-US" altLang="en-US"/>
              <a:t>5 - Input Text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>
                <a:solidFill>
                  <a:srgbClr val="0070C0"/>
                </a:solidFill>
              </a:rPr>
              <a:t>Input Text</a:t>
            </a:r>
          </a:p>
          <a:p>
            <a:r>
              <a:rPr lang="en-US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Input type dengan nilai text,</a:t>
            </a:r>
            <a:r>
              <a:rPr lang="en-US" altLang="en-US"/>
              <a:t> digunakan untuk membuat input data text/tulisan/string</a:t>
            </a:r>
          </a:p>
          <a:p>
            <a:r>
              <a:rPr lang="en-US" altLang="en-US"/>
              <a:t>Input Text ditampilkan dalam bentuk input satu baris, oleh karena itu kita tidak bisa menambahkan karakter ENTER pada Input Text</a:t>
            </a:r>
          </a:p>
          <a:p>
            <a:r>
              <a:rPr lang="en-US" altLang="en-US"/>
              <a:t>Input Text cocok untuk jenis input data text yang memang tidak lebih dari baris, artinya tidak membutuhkan karakter ENTER</a:t>
            </a:r>
          </a:p>
          <a:p>
            <a:endParaRPr lang="en-US" altLang="en-US"/>
          </a:p>
          <a:p>
            <a:pPr marL="0" indent="0" algn="r">
              <a:buNone/>
            </a:pPr>
            <a:r>
              <a:rPr lang="en-US">
                <a:highlight>
                  <a:srgbClr val="00FFFF"/>
                </a:highlight>
                <a:sym typeface="+mn-ea"/>
                <a:hlinkClick r:id="rId2" action="ppaction://hlinksldjump">
                  <a:extLst>
                    <a:ext uri="{DAF060AB-1E55-43B9-8AAB-6FB025537F2F}">
                      <wpsdc:hlinkUnderline xmlns="" xmlns:wpsdc="http://www.wps.cn/officeDocument/2017/drawingmlCustomData" val="1"/>
                    </a:ext>
                  </a:extLst>
                </a:hlinkClick>
              </a:rPr>
              <a:t>Materi (home)</a:t>
            </a:r>
            <a:endParaRPr lang="en-US" altLang="en-US"/>
          </a:p>
          <a:p>
            <a:pPr marL="0" indent="0" algn="r"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4545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l"/>
            <a:r>
              <a:rPr lang="en-US"/>
              <a:t>Contoh penulisan tag input</a:t>
            </a: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23035"/>
            <a:ext cx="10514965" cy="518604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solidFill>
            <a:srgbClr val="00B0F0"/>
          </a:solidFill>
        </p:spPr>
        <p:txBody>
          <a:bodyPr>
            <a:normAutofit/>
          </a:bodyPr>
          <a:lstStyle/>
          <a:p>
            <a:pPr algn="ctr"/>
            <a:r>
              <a:rPr lang="en-US"/>
              <a:t>6 - </a:t>
            </a:r>
            <a:r>
              <a:rPr lang="en-US" altLang="en-US"/>
              <a:t>Label Tag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lstStyle/>
          <a:p>
            <a:pPr marL="0" indent="0">
              <a:buNone/>
            </a:pPr>
            <a:r>
              <a:rPr lang="en-US" altLang="en-US" dirty="0"/>
              <a:t>Label Tag</a:t>
            </a:r>
          </a:p>
          <a:p>
            <a:r>
              <a:rPr lang="en-US" altLang="en-US" dirty="0"/>
              <a:t>Saat </a:t>
            </a:r>
            <a:r>
              <a:rPr lang="en-US" altLang="en-US" dirty="0" err="1"/>
              <a:t>kita</a:t>
            </a:r>
            <a:r>
              <a:rPr lang="en-US" altLang="en-US" dirty="0"/>
              <a:t> </a:t>
            </a:r>
            <a:r>
              <a:rPr lang="en-US" altLang="en-US" dirty="0" err="1"/>
              <a:t>membuat</a:t>
            </a:r>
            <a:r>
              <a:rPr lang="en-US" altLang="en-US" dirty="0"/>
              <a:t> caption </a:t>
            </a:r>
            <a:r>
              <a:rPr lang="en-US" altLang="en-US" dirty="0" err="1"/>
              <a:t>untuk</a:t>
            </a:r>
            <a:r>
              <a:rPr lang="en-US" altLang="en-US" dirty="0"/>
              <a:t> input, </a:t>
            </a:r>
            <a:r>
              <a:rPr lang="en-US" altLang="en-US" dirty="0" err="1"/>
              <a:t>direkomendasikan</a:t>
            </a:r>
            <a:r>
              <a:rPr lang="en-US" altLang="en-US" dirty="0"/>
              <a:t> </a:t>
            </a:r>
            <a:r>
              <a:rPr lang="en-US" altLang="en-US" dirty="0" err="1"/>
              <a:t>menggunakan</a:t>
            </a:r>
            <a:r>
              <a:rPr lang="en-US" altLang="en-US" dirty="0"/>
              <a:t> Label, </a:t>
            </a:r>
            <a:r>
              <a:rPr lang="en-US" altLang="en-US" dirty="0" err="1"/>
              <a:t>dibanding</a:t>
            </a:r>
            <a:r>
              <a:rPr lang="en-US" altLang="en-US" dirty="0"/>
              <a:t> </a:t>
            </a:r>
            <a:r>
              <a:rPr lang="en-US" altLang="en-US" dirty="0" err="1"/>
              <a:t>menggunakan</a:t>
            </a:r>
            <a:r>
              <a:rPr lang="en-US" altLang="en-US" dirty="0"/>
              <a:t> </a:t>
            </a:r>
            <a:r>
              <a:rPr lang="en-US" altLang="en-US" dirty="0" err="1"/>
              <a:t>teks</a:t>
            </a:r>
            <a:r>
              <a:rPr lang="en-US" altLang="en-US" dirty="0"/>
              <a:t> polos </a:t>
            </a:r>
            <a:r>
              <a:rPr lang="en-US" altLang="en-US" dirty="0" err="1"/>
              <a:t>atau</a:t>
            </a:r>
            <a:r>
              <a:rPr lang="en-US" altLang="en-US" dirty="0"/>
              <a:t> tag </a:t>
            </a:r>
            <a:r>
              <a:rPr lang="en-US" altLang="en-US" dirty="0" err="1"/>
              <a:t>seperti</a:t>
            </a:r>
            <a:r>
              <a:rPr lang="en-US" altLang="en-US" dirty="0"/>
              <a:t> span/p/div</a:t>
            </a:r>
          </a:p>
          <a:p>
            <a:r>
              <a:rPr lang="en-US" altLang="en-US" dirty="0"/>
              <a:t>Label Tag </a:t>
            </a:r>
            <a:r>
              <a:rPr lang="en-US" altLang="en-US" dirty="0" err="1"/>
              <a:t>bisa</a:t>
            </a:r>
            <a:r>
              <a:rPr lang="en-US" altLang="en-US" dirty="0"/>
              <a:t> </a:t>
            </a:r>
            <a:r>
              <a:rPr lang="en-US" altLang="en-US" dirty="0" err="1"/>
              <a:t>dikaitkan</a:t>
            </a:r>
            <a:r>
              <a:rPr lang="en-US" altLang="en-US" dirty="0"/>
              <a:t> </a:t>
            </a:r>
            <a:r>
              <a:rPr lang="en-US" altLang="en-US" dirty="0" err="1"/>
              <a:t>dengan</a:t>
            </a:r>
            <a:r>
              <a:rPr lang="en-US" altLang="en-US" dirty="0"/>
              <a:t> input, </a:t>
            </a:r>
            <a:r>
              <a:rPr lang="en-US" altLang="en-US" dirty="0" err="1"/>
              <a:t>sehingga</a:t>
            </a:r>
            <a:r>
              <a:rPr lang="en-US" altLang="en-US" dirty="0"/>
              <a:t> </a:t>
            </a:r>
            <a:r>
              <a:rPr lang="en-US" altLang="en-US" dirty="0" err="1"/>
              <a:t>ketika</a:t>
            </a:r>
            <a:r>
              <a:rPr lang="en-US" altLang="en-US" dirty="0"/>
              <a:t> </a:t>
            </a:r>
            <a:r>
              <a:rPr lang="en-US" altLang="en-US" dirty="0" err="1"/>
              <a:t>kita</a:t>
            </a:r>
            <a:r>
              <a:rPr lang="en-US" altLang="en-US" dirty="0"/>
              <a:t> </a:t>
            </a:r>
            <a:r>
              <a:rPr lang="en-US" altLang="en-US" dirty="0" err="1"/>
              <a:t>mengklik</a:t>
            </a:r>
            <a:r>
              <a:rPr lang="en-US" altLang="en-US" dirty="0"/>
              <a:t> tulisan pada Label, </a:t>
            </a:r>
            <a:r>
              <a:rPr lang="en-US" altLang="en-US" dirty="0" err="1"/>
              <a:t>secara</a:t>
            </a:r>
            <a:r>
              <a:rPr lang="en-US" altLang="en-US" dirty="0"/>
              <a:t> </a:t>
            </a:r>
            <a:r>
              <a:rPr lang="en-US" altLang="en-US" dirty="0" err="1"/>
              <a:t>otomatis</a:t>
            </a:r>
            <a:r>
              <a:rPr lang="en-US" altLang="en-US" dirty="0"/>
              <a:t> </a:t>
            </a:r>
            <a:r>
              <a:rPr lang="en-US" altLang="en-US" dirty="0" err="1"/>
              <a:t>fokus</a:t>
            </a:r>
            <a:r>
              <a:rPr lang="en-US" altLang="en-US" dirty="0"/>
              <a:t> </a:t>
            </a:r>
            <a:r>
              <a:rPr lang="en-US" altLang="en-US" dirty="0" err="1"/>
              <a:t>akan</a:t>
            </a:r>
            <a:r>
              <a:rPr lang="en-US" altLang="en-US" dirty="0"/>
              <a:t> </a:t>
            </a:r>
            <a:r>
              <a:rPr lang="en-US" altLang="en-US" dirty="0" err="1"/>
              <a:t>berpindah</a:t>
            </a:r>
            <a:r>
              <a:rPr lang="en-US" altLang="en-US" dirty="0"/>
              <a:t> </a:t>
            </a:r>
            <a:r>
              <a:rPr lang="en-US" altLang="en-US" dirty="0" err="1"/>
              <a:t>ke</a:t>
            </a:r>
            <a:r>
              <a:rPr lang="en-US" altLang="en-US" dirty="0"/>
              <a:t> Input</a:t>
            </a:r>
          </a:p>
          <a:p>
            <a:r>
              <a:rPr lang="en-US" altLang="en-US" dirty="0"/>
              <a:t>Selain </a:t>
            </a:r>
            <a:r>
              <a:rPr lang="en-US" altLang="en-US" dirty="0" err="1"/>
              <a:t>itu</a:t>
            </a:r>
            <a:r>
              <a:rPr lang="en-US" altLang="en-US" dirty="0"/>
              <a:t>, </a:t>
            </a:r>
            <a:r>
              <a:rPr lang="en-US" altLang="en-US" dirty="0" err="1"/>
              <a:t>saat</a:t>
            </a:r>
            <a:r>
              <a:rPr lang="en-US" altLang="en-US" dirty="0"/>
              <a:t> </a:t>
            </a:r>
            <a:r>
              <a:rPr lang="en-US" altLang="en-US" dirty="0" err="1"/>
              <a:t>mengaktifkan</a:t>
            </a:r>
            <a:r>
              <a:rPr lang="en-US" altLang="en-US" dirty="0"/>
              <a:t> Screen Reader, </a:t>
            </a:r>
            <a:r>
              <a:rPr lang="en-US" altLang="en-US" dirty="0" err="1"/>
              <a:t>ketika</a:t>
            </a:r>
            <a:r>
              <a:rPr lang="en-US" altLang="en-US" dirty="0"/>
              <a:t> </a:t>
            </a:r>
            <a:r>
              <a:rPr lang="en-US" altLang="en-US" dirty="0" err="1"/>
              <a:t>kita</a:t>
            </a:r>
            <a:r>
              <a:rPr lang="en-US" altLang="en-US" dirty="0"/>
              <a:t> </a:t>
            </a:r>
            <a:r>
              <a:rPr lang="en-US" altLang="en-US" dirty="0" err="1"/>
              <a:t>mengklik</a:t>
            </a:r>
            <a:r>
              <a:rPr lang="en-US" altLang="en-US" dirty="0"/>
              <a:t> Input, </a:t>
            </a:r>
            <a:r>
              <a:rPr lang="en-US" altLang="en-US" dirty="0" err="1"/>
              <a:t>secara</a:t>
            </a:r>
            <a:r>
              <a:rPr lang="en-US" altLang="en-US" dirty="0"/>
              <a:t> </a:t>
            </a:r>
            <a:r>
              <a:rPr lang="en-US" altLang="en-US" dirty="0" err="1"/>
              <a:t>otomatis</a:t>
            </a:r>
            <a:r>
              <a:rPr lang="en-US" altLang="en-US" dirty="0"/>
              <a:t> Label yang </a:t>
            </a:r>
            <a:r>
              <a:rPr lang="en-US" altLang="en-US" dirty="0" err="1"/>
              <a:t>terasosiasi</a:t>
            </a:r>
            <a:r>
              <a:rPr lang="en-US" altLang="en-US" dirty="0"/>
              <a:t> </a:t>
            </a:r>
            <a:r>
              <a:rPr lang="en-US" altLang="en-US" dirty="0" err="1"/>
              <a:t>dengan</a:t>
            </a:r>
            <a:r>
              <a:rPr lang="en-US" altLang="en-US" dirty="0"/>
              <a:t> Input </a:t>
            </a:r>
            <a:r>
              <a:rPr lang="en-US" altLang="en-US" dirty="0" err="1"/>
              <a:t>tersebut</a:t>
            </a:r>
            <a:r>
              <a:rPr lang="en-US" altLang="en-US" dirty="0"/>
              <a:t> </a:t>
            </a:r>
            <a:r>
              <a:rPr lang="en-US" altLang="en-US" dirty="0" err="1"/>
              <a:t>akan</a:t>
            </a:r>
            <a:r>
              <a:rPr lang="en-US" altLang="en-US" dirty="0"/>
              <a:t> </a:t>
            </a:r>
            <a:r>
              <a:rPr lang="en-US" altLang="en-US" dirty="0" err="1"/>
              <a:t>dibaca</a:t>
            </a:r>
            <a:r>
              <a:rPr lang="en-US" altLang="en-US" dirty="0"/>
              <a:t> oleh Screen Reader</a:t>
            </a:r>
          </a:p>
          <a:p>
            <a:r>
              <a:rPr lang="en-US" altLang="en-US" dirty="0">
                <a:solidFill>
                  <a:srgbClr val="0070C0"/>
                </a:solidFill>
              </a:rPr>
              <a:t>Label </a:t>
            </a:r>
            <a:r>
              <a:rPr lang="en-US" altLang="en-US" dirty="0" err="1">
                <a:solidFill>
                  <a:srgbClr val="0070C0"/>
                </a:solidFill>
              </a:rPr>
              <a:t>memiliki</a:t>
            </a:r>
            <a:r>
              <a:rPr lang="en-US" altLang="en-US" dirty="0">
                <a:solidFill>
                  <a:srgbClr val="0070C0"/>
                </a:solidFill>
              </a:rPr>
              <a:t> attribute "for"</a:t>
            </a:r>
            <a:r>
              <a:rPr lang="en-US" altLang="en-US" dirty="0"/>
              <a:t> yang </a:t>
            </a:r>
            <a:r>
              <a:rPr lang="en-US" altLang="en-US" dirty="0" err="1"/>
              <a:t>digunakan</a:t>
            </a:r>
            <a:r>
              <a:rPr lang="en-US" altLang="en-US" dirty="0"/>
              <a:t> </a:t>
            </a:r>
            <a:r>
              <a:rPr lang="en-US" altLang="en-US" dirty="0" err="1"/>
              <a:t>untuk</a:t>
            </a:r>
            <a:r>
              <a:rPr lang="en-US" altLang="en-US" dirty="0"/>
              <a:t> </a:t>
            </a:r>
            <a:r>
              <a:rPr lang="en-US" altLang="en-US" dirty="0" err="1"/>
              <a:t>menentukan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rgbClr val="0070C0"/>
                </a:solidFill>
              </a:rPr>
              <a:t>Input Id yang </a:t>
            </a:r>
            <a:r>
              <a:rPr lang="en-US" altLang="en-US" dirty="0" err="1">
                <a:solidFill>
                  <a:srgbClr val="0070C0"/>
                </a:solidFill>
              </a:rPr>
              <a:t>dipilih</a:t>
            </a:r>
            <a:r>
              <a:rPr lang="en-US" altLang="en-US" dirty="0">
                <a:solidFill>
                  <a:srgbClr val="0070C0"/>
                </a:solidFill>
              </a:rPr>
              <a:t> </a:t>
            </a:r>
            <a:r>
              <a:rPr lang="en-US" altLang="en-US" dirty="0" err="1">
                <a:solidFill>
                  <a:srgbClr val="0070C0"/>
                </a:solidFill>
              </a:rPr>
              <a:t>untuk</a:t>
            </a:r>
            <a:r>
              <a:rPr lang="en-US" altLang="en-US" dirty="0">
                <a:solidFill>
                  <a:srgbClr val="0070C0"/>
                </a:solidFill>
              </a:rPr>
              <a:t> </a:t>
            </a:r>
            <a:r>
              <a:rPr lang="en-US" altLang="en-US" dirty="0" err="1">
                <a:solidFill>
                  <a:srgbClr val="0070C0"/>
                </a:solidFill>
              </a:rPr>
              <a:t>diasosiasikan</a:t>
            </a:r>
            <a:endParaRPr lang="en-US" altLang="en-US" dirty="0">
              <a:solidFill>
                <a:srgbClr val="0070C0"/>
              </a:solidFill>
            </a:endParaRPr>
          </a:p>
          <a:p>
            <a:pPr marL="0" indent="0" algn="r">
              <a:buNone/>
            </a:pPr>
            <a:r>
              <a:rPr lang="en-US" dirty="0">
                <a:highlight>
                  <a:srgbClr val="00FFFF"/>
                </a:highlight>
                <a:sym typeface="+mn-ea"/>
                <a:hlinkClick r:id="rId2" action="ppaction://hlinksldjump">
                  <a:extLst>
                    <a:ext uri="{DAF060AB-1E55-43B9-8AAB-6FB025537F2F}">
                      <wpsdc:hlinkUnderline xmlns="" xmlns:wpsdc="http://www.wps.cn/officeDocument/2017/drawingmlCustomData" val="1"/>
                    </a:ext>
                  </a:extLst>
                </a:hlinkClick>
              </a:rPr>
              <a:t>Materi (home)</a:t>
            </a:r>
            <a:endParaRPr lang="en-US" altLang="en-US" dirty="0"/>
          </a:p>
          <a:p>
            <a:pPr marL="0" indent="0" algn="r"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77520" y="365125"/>
            <a:ext cx="11221720" cy="1325880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l"/>
            <a:r>
              <a:rPr lang="en-US"/>
              <a:t>Contoh Penulisan label, sehingga bila klik nama cursor akan pindah ke kotak isian</a:t>
            </a: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520" y="1825625"/>
            <a:ext cx="11222355" cy="478345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solidFill>
            <a:srgbClr val="00B0F0"/>
          </a:solidFill>
        </p:spPr>
        <p:txBody>
          <a:bodyPr>
            <a:normAutofit/>
          </a:bodyPr>
          <a:lstStyle/>
          <a:p>
            <a:pPr algn="ctr"/>
            <a:r>
              <a:rPr lang="en-US" altLang="en-US"/>
              <a:t>7 - Input Submit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/>
              <a:t>Input Submit</a:t>
            </a:r>
          </a:p>
          <a:p>
            <a:r>
              <a:rPr lang="en-US" altLang="en-US"/>
              <a:t>Saat membuat Form, kita bisa menambahkan tombol yang bisa digunakan untuk mengirim data yang diinputkan di dalam form, atau disebut Submit</a:t>
            </a:r>
          </a:p>
          <a:p>
            <a:r>
              <a:rPr lang="en-US" altLang="en-US">
                <a:solidFill>
                  <a:srgbClr val="0070C0"/>
                </a:solidFill>
              </a:rPr>
              <a:t>Tombol Submit</a:t>
            </a:r>
            <a:r>
              <a:rPr lang="en-US" altLang="en-US"/>
              <a:t>, bisa kita buat menggunakan Input dengan </a:t>
            </a:r>
            <a:r>
              <a:rPr lang="en-US" altLang="en-US">
                <a:solidFill>
                  <a:srgbClr val="0070C0"/>
                </a:solidFill>
              </a:rPr>
              <a:t>type Submit</a:t>
            </a:r>
          </a:p>
          <a:p>
            <a:endParaRPr lang="en-US" altLang="en-US"/>
          </a:p>
          <a:p>
            <a:endParaRPr lang="en-US" altLang="en-US"/>
          </a:p>
          <a:p>
            <a:pPr marL="0" indent="0" algn="r">
              <a:buNone/>
            </a:pPr>
            <a:r>
              <a:rPr lang="en-US">
                <a:highlight>
                  <a:srgbClr val="00FFFF"/>
                </a:highlight>
                <a:sym typeface="+mn-ea"/>
                <a:hlinkClick r:id="rId2" action="ppaction://hlinksldjump">
                  <a:extLst>
                    <a:ext uri="{DAF060AB-1E55-43B9-8AAB-6FB025537F2F}">
                      <wpsdc:hlinkUnderline xmlns="" xmlns:wpsdc="http://www.wps.cn/officeDocument/2017/drawingmlCustomData" val="1"/>
                    </a:ext>
                  </a:extLst>
                </a:hlinkClick>
              </a:rPr>
              <a:t>Materi (home)</a:t>
            </a:r>
            <a:endParaRPr lang="en-US" altLang="en-US"/>
          </a:p>
          <a:p>
            <a:pPr marL="0" indent="0" algn="r">
              <a:buNone/>
            </a:pPr>
            <a:endParaRPr lang="en-US" altLang="en-US"/>
          </a:p>
          <a:p>
            <a:endParaRPr lang="en-US" altLang="en-US"/>
          </a:p>
          <a:p>
            <a:pPr marL="0" indent="0" algn="r"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>
            <a:normAutofit/>
          </a:bodyPr>
          <a:lstStyle/>
          <a:p>
            <a:pPr algn="l"/>
            <a:r>
              <a:rPr lang="en-US"/>
              <a:t>Ketika isian form di submit(registrasi) akan di kirim ke file submit.html</a:t>
            </a: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84350"/>
            <a:ext cx="10515600" cy="47015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solidFill>
            <a:srgbClr val="00B0F0"/>
          </a:solidFill>
        </p:spPr>
        <p:txBody>
          <a:bodyPr>
            <a:normAutofit/>
          </a:bodyPr>
          <a:lstStyle/>
          <a:p>
            <a:pPr algn="ctr"/>
            <a:r>
              <a:rPr lang="en-US">
                <a:sym typeface="+mn-ea"/>
              </a:rPr>
              <a:t>8 - Memproses Input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>
                <a:solidFill>
                  <a:srgbClr val="0070C0"/>
                </a:solidFill>
              </a:rPr>
              <a:t>Form Action</a:t>
            </a:r>
            <a:endParaRPr lang="en-US" altLang="en-US"/>
          </a:p>
          <a:p>
            <a:r>
              <a:rPr lang="en-US" altLang="en-US"/>
              <a:t>Seperti yang di materi sebelumnya dibahas, untuk mengirim data di form, kita harus tentukan kemana semua input data akan dikirim menggunakan </a:t>
            </a:r>
            <a:r>
              <a:rPr lang="en-US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attribute "action"</a:t>
            </a:r>
            <a:r>
              <a:rPr lang="en-US" altLang="en-US"/>
              <a:t> pada form</a:t>
            </a:r>
          </a:p>
          <a:p>
            <a:r>
              <a:rPr lang="en-US" altLang="en-US"/>
              <a:t>Kita juga bisa menentukan jenis method, baik itu </a:t>
            </a:r>
            <a:r>
              <a:rPr lang="en-US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"get" </a:t>
            </a:r>
            <a:r>
              <a:rPr lang="en-US" altLang="en-US"/>
              <a:t>atau </a:t>
            </a:r>
            <a:r>
              <a:rPr lang="en-US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"post"</a:t>
            </a:r>
            <a:r>
              <a:rPr lang="en-US" altLang="en-US"/>
              <a:t> ketika mengirim input data</a:t>
            </a:r>
          </a:p>
          <a:p>
            <a:endParaRPr lang="en-US" altLang="en-US"/>
          </a:p>
          <a:p>
            <a:endParaRPr lang="en-US" altLang="en-US"/>
          </a:p>
          <a:p>
            <a:pPr marL="0" indent="0" algn="r">
              <a:buNone/>
            </a:pPr>
            <a:r>
              <a:rPr lang="en-US">
                <a:highlight>
                  <a:srgbClr val="00FFFF"/>
                </a:highlight>
                <a:sym typeface="+mn-ea"/>
                <a:hlinkClick r:id="rId2" action="ppaction://hlinksldjump">
                  <a:extLst>
                    <a:ext uri="{DAF060AB-1E55-43B9-8AAB-6FB025537F2F}">
                      <wpsdc:hlinkUnderline xmlns="" xmlns:wpsdc="http://www.wps.cn/officeDocument/2017/drawingmlCustomData" val="1"/>
                    </a:ext>
                  </a:extLst>
                </a:hlinkClick>
              </a:rPr>
              <a:t>Materi (home)</a:t>
            </a:r>
            <a:endParaRPr lang="en-US" altLang="en-US"/>
          </a:p>
          <a:p>
            <a:pPr marL="0" indent="0" algn="r"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>
            <a:normAutofit/>
          </a:bodyPr>
          <a:lstStyle/>
          <a:p>
            <a:pPr algn="ctr"/>
            <a:r>
              <a:rPr lang="en-US"/>
              <a:t>Hasil method  get pengiriman data form</a:t>
            </a: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70735"/>
            <a:ext cx="10515600" cy="14757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>
            <a:normAutofit/>
          </a:bodyPr>
          <a:lstStyle/>
          <a:p>
            <a:pPr algn="l"/>
            <a:r>
              <a:rPr lang="en-US" altLang="en-US"/>
              <a:t>Memproses Input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/>
              <a:t>Memproses Input</a:t>
            </a:r>
          </a:p>
          <a:p>
            <a:r>
              <a:rPr lang="en-US" altLang="en-US"/>
              <a:t>Untuk memproses Input, kita harus menggunakan teknologi berbasis server di Web Server</a:t>
            </a:r>
          </a:p>
          <a:p>
            <a:r>
              <a:rPr lang="en-US" altLang="en-US"/>
              <a:t>HTML adalah halaman web yang di tampilkan di client (Web Browser), sehingga HTML tidak bisa digunakan untuk memproses input data dari form</a:t>
            </a:r>
          </a:p>
          <a:p>
            <a:r>
              <a:rPr lang="en-US" altLang="en-US"/>
              <a:t>Untuk memproses data, kita harus menggunakan teknologi berbasis server, misal contohnya adalah PHP, NodeJS, Java, dan masih banyak yang lainnya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solidFill>
            <a:srgbClr val="00B0F0"/>
          </a:solidFill>
        </p:spPr>
        <p:txBody>
          <a:bodyPr>
            <a:normAutofit/>
          </a:bodyPr>
          <a:lstStyle/>
          <a:p>
            <a:pPr algn="ctr"/>
            <a:r>
              <a:rPr lang="en-US"/>
              <a:t>9 - Input Reset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/>
              <a:t>Input Reset</a:t>
            </a:r>
          </a:p>
          <a:p>
            <a:r>
              <a:rPr lang="en-US" altLang="en-US"/>
              <a:t>Input dengan type reset, adalah input yang akan ditampilkan dalam bentuk tombol</a:t>
            </a:r>
          </a:p>
          <a:p>
            <a:r>
              <a:rPr lang="en-US" altLang="en-US"/>
              <a:t>Jika tombol reset tersebut di klik, maka seluruh input di form tersebut, nilainya akan berubah menjadi nilai default seperti yang terdapat di attribute value nya</a:t>
            </a:r>
          </a:p>
          <a:p>
            <a:endParaRPr lang="en-US" altLang="en-US"/>
          </a:p>
          <a:p>
            <a:endParaRPr lang="en-US" altLang="en-US"/>
          </a:p>
          <a:p>
            <a:pPr marL="0" indent="0" algn="r">
              <a:buNone/>
            </a:pPr>
            <a:r>
              <a:rPr lang="en-US">
                <a:highlight>
                  <a:srgbClr val="00FFFF"/>
                </a:highlight>
                <a:sym typeface="+mn-ea"/>
                <a:hlinkClick r:id="rId2" action="ppaction://hlinksldjump">
                  <a:extLst>
                    <a:ext uri="{DAF060AB-1E55-43B9-8AAB-6FB025537F2F}">
                      <wpsdc:hlinkUnderline xmlns="" xmlns:wpsdc="http://www.wps.cn/officeDocument/2017/drawingmlCustomData" val="1"/>
                    </a:ext>
                  </a:extLst>
                </a:hlinkClick>
              </a:rPr>
              <a:t>Materi (home)</a:t>
            </a:r>
            <a:endParaRPr lang="en-US" altLang="en-US"/>
          </a:p>
          <a:p>
            <a:pPr marL="0" indent="0" algn="r"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>
            <a:normAutofit/>
          </a:bodyPr>
          <a:lstStyle/>
          <a:p>
            <a:pPr algn="l"/>
            <a:r>
              <a:rPr lang="en-US"/>
              <a:t>Contoh Penulisan input reset (mengembalikan nilai semua, bukan dihapus)</a:t>
            </a: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88490"/>
            <a:ext cx="10515600" cy="422529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solidFill>
            <a:srgbClr val="00B0F0"/>
          </a:solidFill>
        </p:spPr>
        <p:txBody>
          <a:bodyPr>
            <a:normAutofit/>
          </a:bodyPr>
          <a:lstStyle/>
          <a:p>
            <a:pPr algn="ctr"/>
            <a:r>
              <a:rPr lang="en-US"/>
              <a:t>10 - Input Button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dirty="0"/>
              <a:t>Input Button</a:t>
            </a:r>
          </a:p>
          <a:p>
            <a:r>
              <a:rPr lang="en-US" altLang="en-US" dirty="0" err="1"/>
              <a:t>Membuat</a:t>
            </a:r>
            <a:r>
              <a:rPr lang="en-US" altLang="en-US" dirty="0"/>
              <a:t> </a:t>
            </a:r>
            <a:r>
              <a:rPr lang="en-US" altLang="en-US" dirty="0" err="1"/>
              <a:t>tombol</a:t>
            </a:r>
            <a:r>
              <a:rPr lang="en-US" altLang="en-US" dirty="0"/>
              <a:t> </a:t>
            </a:r>
            <a:r>
              <a:rPr lang="en-US" altLang="en-US" dirty="0" err="1"/>
              <a:t>tidak</a:t>
            </a:r>
            <a:r>
              <a:rPr lang="en-US" altLang="en-US" dirty="0"/>
              <a:t> </a:t>
            </a:r>
            <a:r>
              <a:rPr lang="en-US" altLang="en-US" dirty="0" err="1"/>
              <a:t>hanya</a:t>
            </a:r>
            <a:r>
              <a:rPr lang="en-US" altLang="en-US" dirty="0"/>
              <a:t> </a:t>
            </a:r>
            <a:r>
              <a:rPr lang="en-US" altLang="en-US" dirty="0" err="1"/>
              <a:t>bisa</a:t>
            </a:r>
            <a:r>
              <a:rPr lang="en-US" altLang="en-US" dirty="0"/>
              <a:t> </a:t>
            </a:r>
            <a:r>
              <a:rPr lang="en-US" altLang="en-US" dirty="0" err="1"/>
              <a:t>menggunakan</a:t>
            </a:r>
            <a:r>
              <a:rPr lang="en-US" altLang="en-US" dirty="0"/>
              <a:t> input type submit </a:t>
            </a:r>
            <a:r>
              <a:rPr lang="en-US" altLang="en-US" dirty="0" err="1"/>
              <a:t>atau</a:t>
            </a:r>
            <a:r>
              <a:rPr lang="en-US" altLang="en-US" dirty="0"/>
              <a:t> reset, </a:t>
            </a:r>
            <a:r>
              <a:rPr lang="en-US" altLang="en-US" dirty="0" err="1"/>
              <a:t>kita</a:t>
            </a:r>
            <a:r>
              <a:rPr lang="en-US" altLang="en-US" dirty="0"/>
              <a:t> juga </a:t>
            </a:r>
            <a:r>
              <a:rPr lang="en-US" altLang="en-US" dirty="0" err="1"/>
              <a:t>bisa</a:t>
            </a:r>
            <a:r>
              <a:rPr lang="en-US" altLang="en-US" dirty="0"/>
              <a:t> </a:t>
            </a:r>
            <a:r>
              <a:rPr lang="en-US" altLang="en-US" dirty="0" err="1"/>
              <a:t>menggunakan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input type button</a:t>
            </a:r>
            <a:endParaRPr lang="en-US" altLang="en-US" dirty="0"/>
          </a:p>
          <a:p>
            <a:r>
              <a:rPr lang="en-US" altLang="en-US" dirty="0" err="1"/>
              <a:t>Namun</a:t>
            </a:r>
            <a:r>
              <a:rPr lang="en-US" altLang="en-US" dirty="0"/>
              <a:t>, </a:t>
            </a:r>
            <a:r>
              <a:rPr lang="en-US" altLang="en-US" dirty="0" err="1"/>
              <a:t>menggunakan</a:t>
            </a:r>
            <a:r>
              <a:rPr lang="en-US" altLang="en-US" dirty="0"/>
              <a:t> input type button </a:t>
            </a:r>
            <a:r>
              <a:rPr lang="en-US" altLang="en-US" dirty="0" err="1"/>
              <a:t>tidak</a:t>
            </a:r>
            <a:r>
              <a:rPr lang="en-US" altLang="en-US" dirty="0"/>
              <a:t> </a:t>
            </a:r>
            <a:r>
              <a:rPr lang="en-US" altLang="en-US" dirty="0" err="1"/>
              <a:t>terlalu</a:t>
            </a:r>
            <a:r>
              <a:rPr lang="en-US" altLang="en-US" dirty="0"/>
              <a:t> </a:t>
            </a:r>
            <a:r>
              <a:rPr lang="en-US" altLang="en-US" dirty="0" err="1"/>
              <a:t>berguna</a:t>
            </a:r>
            <a:r>
              <a:rPr lang="en-US" altLang="en-US" dirty="0"/>
              <a:t> </a:t>
            </a:r>
            <a:r>
              <a:rPr lang="en-US" altLang="en-US" dirty="0" err="1"/>
              <a:t>jika</a:t>
            </a:r>
            <a:r>
              <a:rPr lang="en-US" altLang="en-US" dirty="0"/>
              <a:t> </a:t>
            </a:r>
            <a:r>
              <a:rPr lang="en-US" altLang="en-US" dirty="0" err="1"/>
              <a:t>hanya</a:t>
            </a:r>
            <a:r>
              <a:rPr lang="en-US" altLang="en-US" dirty="0"/>
              <a:t> </a:t>
            </a:r>
            <a:r>
              <a:rPr lang="en-US" altLang="en-US" dirty="0" err="1"/>
              <a:t>menggunakan</a:t>
            </a:r>
            <a:r>
              <a:rPr lang="en-US" altLang="en-US" dirty="0"/>
              <a:t> HTML </a:t>
            </a:r>
          </a:p>
          <a:p>
            <a:r>
              <a:rPr lang="en-US" altLang="en-US" dirty="0" err="1"/>
              <a:t>Biasanya</a:t>
            </a:r>
            <a:r>
              <a:rPr lang="en-US" altLang="en-US" dirty="0"/>
              <a:t>, </a:t>
            </a:r>
            <a:r>
              <a:rPr lang="en-US" altLang="en-US" dirty="0" err="1"/>
              <a:t>pembuat</a:t>
            </a:r>
            <a:r>
              <a:rPr lang="en-US" altLang="en-US" dirty="0"/>
              <a:t> web </a:t>
            </a:r>
            <a:r>
              <a:rPr lang="en-US" altLang="en-US" dirty="0" err="1"/>
              <a:t>akan</a:t>
            </a:r>
            <a:r>
              <a:rPr lang="en-US" altLang="en-US" dirty="0"/>
              <a:t> </a:t>
            </a:r>
            <a:r>
              <a:rPr lang="en-US" altLang="en-US" dirty="0" err="1"/>
              <a:t>menambahkan</a:t>
            </a:r>
            <a:r>
              <a:rPr lang="en-US" altLang="en-US" dirty="0"/>
              <a:t> </a:t>
            </a:r>
            <a:r>
              <a:rPr lang="en-US" altLang="en-US" dirty="0" err="1"/>
              <a:t>interaksi</a:t>
            </a:r>
            <a:r>
              <a:rPr lang="en-US" altLang="en-US" dirty="0"/>
              <a:t> </a:t>
            </a:r>
            <a:r>
              <a:rPr lang="en-US" altLang="en-US" dirty="0" err="1"/>
              <a:t>terhadap</a:t>
            </a:r>
            <a:r>
              <a:rPr lang="en-US" altLang="en-US" dirty="0"/>
              <a:t> </a:t>
            </a:r>
            <a:r>
              <a:rPr lang="en-US" altLang="en-US" dirty="0" err="1"/>
              <a:t>tombol</a:t>
            </a:r>
            <a:r>
              <a:rPr lang="en-US" altLang="en-US" dirty="0"/>
              <a:t> </a:t>
            </a:r>
            <a:r>
              <a:rPr lang="en-US" altLang="en-US" dirty="0" err="1"/>
              <a:t>tersebut</a:t>
            </a:r>
            <a:r>
              <a:rPr lang="en-US" altLang="en-US" dirty="0"/>
              <a:t> </a:t>
            </a:r>
            <a:r>
              <a:rPr lang="en-US" altLang="en-US" dirty="0" err="1"/>
              <a:t>menggunakan</a:t>
            </a:r>
            <a:endParaRPr lang="en-US" altLang="en-US" dirty="0"/>
          </a:p>
          <a:p>
            <a:r>
              <a:rPr lang="en-US" altLang="en-US" dirty="0" err="1"/>
              <a:t>kode</a:t>
            </a:r>
            <a:r>
              <a:rPr lang="en-US" altLang="en-US" dirty="0"/>
              <a:t> JavaScript (yang </a:t>
            </a:r>
            <a:r>
              <a:rPr lang="en-US" altLang="en-US" dirty="0" err="1"/>
              <a:t>bisa</a:t>
            </a:r>
            <a:r>
              <a:rPr lang="en-US" altLang="en-US" dirty="0"/>
              <a:t> </a:t>
            </a:r>
            <a:r>
              <a:rPr lang="en-US" altLang="en-US" dirty="0" err="1"/>
              <a:t>dipelajari</a:t>
            </a:r>
            <a:r>
              <a:rPr lang="en-US" altLang="en-US" dirty="0"/>
              <a:t> </a:t>
            </a:r>
            <a:r>
              <a:rPr lang="en-US" altLang="en-US" dirty="0" err="1"/>
              <a:t>setelah</a:t>
            </a:r>
            <a:r>
              <a:rPr lang="en-US" altLang="en-US" dirty="0"/>
              <a:t> </a:t>
            </a:r>
            <a:r>
              <a:rPr lang="en-US" altLang="en-US" dirty="0" err="1"/>
              <a:t>belajar</a:t>
            </a:r>
            <a:r>
              <a:rPr lang="en-US" altLang="en-US" dirty="0"/>
              <a:t> HTML dan CSS)</a:t>
            </a:r>
          </a:p>
          <a:p>
            <a:pPr marL="0" indent="0" algn="r">
              <a:buNone/>
            </a:pPr>
            <a:r>
              <a:rPr lang="en-US" dirty="0">
                <a:highlight>
                  <a:srgbClr val="00FFFF"/>
                </a:highlight>
                <a:sym typeface="+mn-ea"/>
                <a:hlinkClick r:id="rId2" action="ppaction://hlinksldjump">
                  <a:extLst>
                    <a:ext uri="{DAF060AB-1E55-43B9-8AAB-6FB025537F2F}">
                      <wpsdc:hlinkUnderline xmlns="" xmlns:wpsdc="http://www.wps.cn/officeDocument/2017/drawingmlCustomData" val="1"/>
                    </a:ext>
                  </a:extLst>
                </a:hlinkClick>
              </a:rPr>
              <a:t>Materi (home)</a:t>
            </a:r>
            <a:endParaRPr lang="en-US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>
            <a:normAutofit/>
          </a:bodyPr>
          <a:lstStyle/>
          <a:p>
            <a:pPr algn="l"/>
            <a:r>
              <a:rPr lang="en-US"/>
              <a:t>Penulisan input type button, dengan tambahan javascript </a:t>
            </a:r>
            <a:r>
              <a:rPr lang="en-US">
                <a:solidFill>
                  <a:schemeClr val="tx1"/>
                </a:solidFill>
                <a:highlight>
                  <a:srgbClr val="FFFF00"/>
                </a:highlight>
              </a:rPr>
              <a:t>onclick=”alert(‘world’)”</a:t>
            </a: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65960"/>
            <a:ext cx="10515600" cy="393636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>
            <a:normAutofit fontScale="90000"/>
          </a:bodyPr>
          <a:lstStyle/>
          <a:p>
            <a:pPr algn="l"/>
            <a:r>
              <a:rPr lang="en-US"/>
              <a:t>Ketika di Klik button world maka akan muncul alert world (sesuai apa yang akan kita tulis di world)</a:t>
            </a: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2170" y="1900555"/>
            <a:ext cx="10487025" cy="464756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solidFill>
            <a:srgbClr val="00B0F0"/>
          </a:solidFill>
        </p:spPr>
        <p:txBody>
          <a:bodyPr>
            <a:normAutofit/>
          </a:bodyPr>
          <a:lstStyle/>
          <a:p>
            <a:pPr algn="ctr"/>
            <a:r>
              <a:rPr lang="en-US" altLang="en-US"/>
              <a:t>11 - Input Checkbox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/>
              <a:t>Input Checkbox</a:t>
            </a:r>
          </a:p>
          <a:p>
            <a:r>
              <a:rPr lang="en-US" altLang="en-US"/>
              <a:t>Checkbox adalah input dengan tipe ceklis, dimana kita bisa menceklis atau tidak menceklis input tersebut</a:t>
            </a:r>
          </a:p>
          <a:p>
            <a:r>
              <a:rPr lang="en-US" altLang="en-US"/>
              <a:t>Biasanya, Checkbox digunakan untuk menerima input lebih dari satu, namun inputnya sudah disesuaikan</a:t>
            </a:r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pPr marL="0" indent="0" algn="r">
              <a:buNone/>
            </a:pPr>
            <a:r>
              <a:rPr lang="en-US">
                <a:highlight>
                  <a:srgbClr val="00FFFF"/>
                </a:highlight>
                <a:sym typeface="+mn-ea"/>
                <a:hlinkClick r:id="rId2" action="ppaction://hlinksldjump">
                  <a:extLst>
                    <a:ext uri="{DAF060AB-1E55-43B9-8AAB-6FB025537F2F}">
                      <wpsdc:hlinkUnderline xmlns="" xmlns:wpsdc="http://www.wps.cn/officeDocument/2017/drawingmlCustomData" val="1"/>
                    </a:ext>
                  </a:extLst>
                </a:hlinkClick>
              </a:rPr>
              <a:t>Materi (home)</a:t>
            </a:r>
            <a:endParaRPr lang="en-US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>
            <a:normAutofit/>
          </a:bodyPr>
          <a:lstStyle/>
          <a:p>
            <a:pPr algn="l"/>
            <a:r>
              <a:rPr lang="en-US"/>
              <a:t>Penulisan input checkbox dengan label</a:t>
            </a: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44370"/>
            <a:ext cx="10515600" cy="442595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>
            <a:normAutofit/>
          </a:bodyPr>
          <a:lstStyle/>
          <a:p>
            <a:pPr algn="l"/>
            <a:r>
              <a:rPr lang="en-US"/>
              <a:t>Jika ditambahkan tombol submit(simpan) maka akan muncul di liat next slide</a:t>
            </a: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835" y="1930400"/>
            <a:ext cx="10514965" cy="451548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>
            <a:normAutofit/>
          </a:bodyPr>
          <a:lstStyle/>
          <a:p>
            <a:pPr algn="l"/>
            <a:r>
              <a:rPr lang="en-US"/>
              <a:t>Ketika di cek hobby maka akan muncul di file ini</a:t>
            </a: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7565" y="2338705"/>
            <a:ext cx="10516235" cy="332422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B0F0"/>
          </a:solidFill>
        </p:spPr>
        <p:txBody>
          <a:bodyPr>
            <a:normAutofit/>
          </a:bodyPr>
          <a:lstStyle/>
          <a:p>
            <a:pPr algn="ctr"/>
            <a:r>
              <a:rPr lang="en-US"/>
              <a:t>12 - </a:t>
            </a:r>
            <a:r>
              <a:rPr lang="en-US" altLang="en-US"/>
              <a:t>Input Color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en-US" dirty="0"/>
              <a:t>Input Color</a:t>
            </a:r>
          </a:p>
          <a:p>
            <a:r>
              <a:rPr lang="en-US" altLang="en-US" dirty="0"/>
              <a:t>Input type color </a:t>
            </a:r>
            <a:r>
              <a:rPr lang="en-US" altLang="en-US" dirty="0" err="1"/>
              <a:t>adalah</a:t>
            </a:r>
            <a:r>
              <a:rPr lang="en-US" altLang="en-US" dirty="0"/>
              <a:t> type </a:t>
            </a:r>
            <a:r>
              <a:rPr lang="en-US" altLang="en-US" dirty="0" err="1"/>
              <a:t>untuk</a:t>
            </a:r>
            <a:r>
              <a:rPr lang="en-US" altLang="en-US" dirty="0"/>
              <a:t> </a:t>
            </a:r>
            <a:r>
              <a:rPr lang="en-US" altLang="en-US" dirty="0" err="1"/>
              <a:t>menerima</a:t>
            </a:r>
            <a:r>
              <a:rPr lang="en-US" altLang="en-US" dirty="0"/>
              <a:t> input </a:t>
            </a:r>
            <a:r>
              <a:rPr lang="en-US" altLang="en-US" dirty="0" err="1"/>
              <a:t>warna</a:t>
            </a:r>
            <a:endParaRPr lang="en-US" altLang="en-US" dirty="0"/>
          </a:p>
          <a:p>
            <a:r>
              <a:rPr lang="en-US" altLang="en-US" dirty="0"/>
              <a:t>Warna di HTML </a:t>
            </a:r>
            <a:r>
              <a:rPr lang="en-US" altLang="en-US" dirty="0" err="1"/>
              <a:t>akan</a:t>
            </a:r>
            <a:r>
              <a:rPr lang="en-US" altLang="en-US" dirty="0"/>
              <a:t> </a:t>
            </a:r>
            <a:r>
              <a:rPr lang="en-US" altLang="en-US" dirty="0" err="1"/>
              <a:t>ditulis</a:t>
            </a:r>
            <a:r>
              <a:rPr lang="en-US" altLang="en-US" dirty="0"/>
              <a:t> </a:t>
            </a:r>
            <a:r>
              <a:rPr lang="en-US" altLang="en-US" dirty="0" err="1"/>
              <a:t>dalam</a:t>
            </a:r>
            <a:r>
              <a:rPr lang="en-US" altLang="en-US" dirty="0"/>
              <a:t> </a:t>
            </a:r>
            <a:r>
              <a:rPr lang="en-US" altLang="en-US" dirty="0" err="1"/>
              <a:t>bentuk</a:t>
            </a:r>
            <a:r>
              <a:rPr lang="en-US" altLang="en-US" dirty="0"/>
              <a:t> hex code</a:t>
            </a:r>
          </a:p>
          <a:p>
            <a:r>
              <a:rPr lang="en-US" altLang="en-US" dirty="0" err="1"/>
              <a:t>Contohnya</a:t>
            </a:r>
            <a:r>
              <a:rPr lang="en-US" altLang="en-US" dirty="0"/>
              <a:t> </a:t>
            </a:r>
            <a:r>
              <a:rPr lang="en-US" altLang="en-US" dirty="0" err="1"/>
              <a:t>kita</a:t>
            </a:r>
            <a:r>
              <a:rPr lang="en-US" altLang="en-US" dirty="0"/>
              <a:t> </a:t>
            </a:r>
            <a:r>
              <a:rPr lang="en-US" altLang="en-US" dirty="0" err="1"/>
              <a:t>bisa</a:t>
            </a:r>
            <a:r>
              <a:rPr lang="en-US" altLang="en-US" dirty="0"/>
              <a:t> </a:t>
            </a:r>
            <a:r>
              <a:rPr lang="en-US" altLang="en-US" dirty="0" err="1"/>
              <a:t>lihat</a:t>
            </a:r>
            <a:r>
              <a:rPr lang="en-US" altLang="en-US" dirty="0"/>
              <a:t> daftar hex code </a:t>
            </a:r>
            <a:r>
              <a:rPr lang="en-US" altLang="en-US" dirty="0" err="1"/>
              <a:t>warna</a:t>
            </a:r>
            <a:r>
              <a:rPr lang="en-US" altLang="en-US" dirty="0"/>
              <a:t> </a:t>
            </a:r>
            <a:r>
              <a:rPr lang="en-US" altLang="en-US" dirty="0" err="1"/>
              <a:t>disini</a:t>
            </a:r>
            <a:r>
              <a:rPr lang="en-US" altLang="en-US" dirty="0"/>
              <a:t>: https://www.color-hex.com/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pPr marL="0" indent="0" algn="r">
              <a:buNone/>
            </a:pPr>
            <a:r>
              <a:rPr lang="en-US" dirty="0">
                <a:highlight>
                  <a:srgbClr val="00FFFF"/>
                </a:highlight>
                <a:sym typeface="+mn-ea"/>
                <a:hlinkClick r:id="rId2" action="ppaction://hlinksldjump">
                  <a:extLst>
                    <a:ext uri="{DAF060AB-1E55-43B9-8AAB-6FB025537F2F}">
                      <wpsdc:hlinkUnderline xmlns="" xmlns:wpsdc="http://www.wps.cn/officeDocument/2017/drawingmlCustomData" val="1"/>
                    </a:ext>
                  </a:extLst>
                </a:hlinkClick>
              </a:rPr>
              <a:t>Materi (home)</a:t>
            </a:r>
            <a:endParaRPr lang="en-US" altLang="en-US" dirty="0"/>
          </a:p>
          <a:p>
            <a:pPr marL="0" indent="0" algn="r"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/>
          <a:lstStyle/>
          <a:p>
            <a:r>
              <a:rPr lang="en-US"/>
              <a:t>Contoh penulisan input color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45310"/>
            <a:ext cx="10515600" cy="416179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B0F0"/>
          </a:solidFill>
        </p:spPr>
        <p:txBody>
          <a:bodyPr/>
          <a:lstStyle/>
          <a:p>
            <a:pPr algn="ctr"/>
            <a:r>
              <a:rPr lang="en-US"/>
              <a:t>13 - Input 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dirty="0"/>
              <a:t>Input Date</a:t>
            </a:r>
          </a:p>
          <a:p>
            <a:r>
              <a:rPr lang="en-US" altLang="en-US" dirty="0"/>
              <a:t>Input type date, </a:t>
            </a:r>
            <a:r>
              <a:rPr lang="en-US" altLang="en-US" dirty="0" err="1"/>
              <a:t>adalah</a:t>
            </a:r>
            <a:r>
              <a:rPr lang="en-US" altLang="en-US" dirty="0"/>
              <a:t> </a:t>
            </a:r>
            <a:r>
              <a:rPr lang="en-US" altLang="en-US" dirty="0" err="1"/>
              <a:t>jenis</a:t>
            </a:r>
            <a:r>
              <a:rPr lang="en-US" altLang="en-US" dirty="0"/>
              <a:t> input </a:t>
            </a:r>
            <a:r>
              <a:rPr lang="en-US" altLang="en-US" dirty="0" err="1"/>
              <a:t>untuk</a:t>
            </a:r>
            <a:r>
              <a:rPr lang="en-US" altLang="en-US" dirty="0"/>
              <a:t> </a:t>
            </a:r>
            <a:r>
              <a:rPr lang="en-US" altLang="en-US" dirty="0" err="1"/>
              <a:t>menerima</a:t>
            </a:r>
            <a:r>
              <a:rPr lang="en-US" altLang="en-US" dirty="0"/>
              <a:t> </a:t>
            </a:r>
            <a:r>
              <a:rPr lang="en-US" altLang="en-US" dirty="0" err="1"/>
              <a:t>informasi</a:t>
            </a:r>
            <a:r>
              <a:rPr lang="en-US" altLang="en-US" dirty="0"/>
              <a:t> </a:t>
            </a:r>
            <a:r>
              <a:rPr lang="en-US" altLang="en-US" dirty="0" err="1"/>
              <a:t>berupa</a:t>
            </a:r>
            <a:r>
              <a:rPr lang="en-US" altLang="en-US" dirty="0"/>
              <a:t> </a:t>
            </a:r>
            <a:r>
              <a:rPr lang="en-US" altLang="en-US" dirty="0" err="1"/>
              <a:t>tanggal</a:t>
            </a:r>
            <a:r>
              <a:rPr lang="en-US" altLang="en-US" dirty="0"/>
              <a:t> (</a:t>
            </a:r>
            <a:r>
              <a:rPr lang="en-US" altLang="en-US" dirty="0" err="1"/>
              <a:t>tahun</a:t>
            </a:r>
            <a:r>
              <a:rPr lang="en-US" altLang="en-US" dirty="0"/>
              <a:t>, </a:t>
            </a:r>
            <a:r>
              <a:rPr lang="en-US" altLang="en-US" dirty="0" err="1"/>
              <a:t>bulan</a:t>
            </a:r>
            <a:r>
              <a:rPr lang="en-US" altLang="en-US" dirty="0"/>
              <a:t> dan </a:t>
            </a:r>
            <a:r>
              <a:rPr lang="en-US" altLang="en-US" dirty="0" err="1"/>
              <a:t>tanggal</a:t>
            </a:r>
            <a:r>
              <a:rPr lang="en-US" altLang="en-US" dirty="0"/>
              <a:t>)</a:t>
            </a:r>
          </a:p>
          <a:p>
            <a:r>
              <a:rPr lang="en-US" altLang="en-US" dirty="0"/>
              <a:t>Jika </a:t>
            </a:r>
            <a:r>
              <a:rPr lang="en-US" altLang="en-US" dirty="0" err="1"/>
              <a:t>kita</a:t>
            </a:r>
            <a:r>
              <a:rPr lang="en-US" altLang="en-US" dirty="0"/>
              <a:t> </a:t>
            </a:r>
            <a:r>
              <a:rPr lang="en-US" altLang="en-US" dirty="0" err="1"/>
              <a:t>ingin</a:t>
            </a:r>
            <a:r>
              <a:rPr lang="en-US" altLang="en-US" dirty="0"/>
              <a:t> </a:t>
            </a:r>
            <a:r>
              <a:rPr lang="en-US" altLang="en-US" dirty="0" err="1"/>
              <a:t>mengubah</a:t>
            </a:r>
            <a:r>
              <a:rPr lang="en-US" altLang="en-US" dirty="0"/>
              <a:t> </a:t>
            </a:r>
            <a:r>
              <a:rPr lang="en-US" altLang="en-US" dirty="0" err="1"/>
              <a:t>nilai</a:t>
            </a:r>
            <a:r>
              <a:rPr lang="en-US" altLang="en-US" dirty="0"/>
              <a:t> value di input type date, </a:t>
            </a:r>
            <a:r>
              <a:rPr lang="en-US" altLang="en-US" dirty="0" err="1"/>
              <a:t>kita</a:t>
            </a:r>
            <a:r>
              <a:rPr lang="en-US" altLang="en-US" dirty="0"/>
              <a:t> </a:t>
            </a:r>
            <a:r>
              <a:rPr lang="en-US" altLang="en-US" dirty="0" err="1"/>
              <a:t>bisa</a:t>
            </a:r>
            <a:r>
              <a:rPr lang="en-US" altLang="en-US" dirty="0"/>
              <a:t> </a:t>
            </a:r>
            <a:r>
              <a:rPr lang="en-US" altLang="en-US" dirty="0" err="1"/>
              <a:t>menggunakan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format </a:t>
            </a:r>
            <a:r>
              <a:rPr lang="en-US" altLang="en-US" dirty="0" err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yyyy</a:t>
            </a:r>
            <a:r>
              <a:rPr lang="en-US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-mm-dd </a:t>
            </a:r>
            <a:r>
              <a:rPr lang="en-US" altLang="en-US" dirty="0" err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yyyy</a:t>
            </a:r>
            <a:r>
              <a:rPr lang="en-US" altLang="en-US" dirty="0"/>
              <a:t> </a:t>
            </a:r>
            <a:r>
              <a:rPr lang="en-US" altLang="en-US" dirty="0" err="1"/>
              <a:t>adalah</a:t>
            </a:r>
            <a:r>
              <a:rPr lang="en-US" altLang="en-US" dirty="0"/>
              <a:t> </a:t>
            </a:r>
            <a:r>
              <a:rPr lang="en-US" altLang="en-US" dirty="0" err="1"/>
              <a:t>tahun</a:t>
            </a:r>
            <a:r>
              <a:rPr lang="en-US" altLang="en-US" dirty="0"/>
              <a:t> </a:t>
            </a:r>
            <a:r>
              <a:rPr lang="en-US" altLang="en-US" dirty="0" err="1"/>
              <a:t>dalam</a:t>
            </a:r>
            <a:r>
              <a:rPr lang="en-US" altLang="en-US" dirty="0"/>
              <a:t> 4 digit</a:t>
            </a:r>
          </a:p>
          <a:p>
            <a:r>
              <a:rPr lang="en-US" altLang="en-US" dirty="0"/>
              <a:t>mm </a:t>
            </a:r>
            <a:r>
              <a:rPr lang="en-US" altLang="en-US" dirty="0" err="1"/>
              <a:t>adalah</a:t>
            </a:r>
            <a:r>
              <a:rPr lang="en-US" altLang="en-US" dirty="0"/>
              <a:t> </a:t>
            </a:r>
            <a:r>
              <a:rPr lang="en-US" altLang="en-US" dirty="0" err="1"/>
              <a:t>bulan</a:t>
            </a:r>
            <a:r>
              <a:rPr lang="en-US" altLang="en-US" dirty="0"/>
              <a:t> </a:t>
            </a:r>
            <a:r>
              <a:rPr lang="en-US" altLang="en-US" dirty="0" err="1"/>
              <a:t>dalam</a:t>
            </a:r>
            <a:r>
              <a:rPr lang="en-US" altLang="en-US" dirty="0"/>
              <a:t> 2 digit</a:t>
            </a:r>
          </a:p>
          <a:p>
            <a:r>
              <a:rPr lang="en-US" altLang="en-US" dirty="0"/>
              <a:t>dd </a:t>
            </a:r>
            <a:r>
              <a:rPr lang="en-US" altLang="en-US" dirty="0" err="1"/>
              <a:t>adalah</a:t>
            </a:r>
            <a:r>
              <a:rPr lang="en-US" altLang="en-US" dirty="0"/>
              <a:t> </a:t>
            </a:r>
            <a:r>
              <a:rPr lang="en-US" altLang="en-US" dirty="0" err="1"/>
              <a:t>tanggal</a:t>
            </a:r>
            <a:r>
              <a:rPr lang="en-US" altLang="en-US" dirty="0"/>
              <a:t> </a:t>
            </a:r>
            <a:r>
              <a:rPr lang="en-US" altLang="en-US" dirty="0" err="1"/>
              <a:t>dalam</a:t>
            </a:r>
            <a:r>
              <a:rPr lang="en-US" altLang="en-US" dirty="0"/>
              <a:t> 2 digit</a:t>
            </a:r>
          </a:p>
          <a:p>
            <a:r>
              <a:rPr lang="en-US" altLang="en-US" dirty="0"/>
              <a:t>dd </a:t>
            </a:r>
            <a:r>
              <a:rPr lang="en-US" altLang="en-US" dirty="0" err="1"/>
              <a:t>adalah</a:t>
            </a:r>
            <a:r>
              <a:rPr lang="en-US" altLang="en-US" dirty="0"/>
              <a:t> </a:t>
            </a:r>
            <a:r>
              <a:rPr lang="en-US" altLang="en-US" dirty="0" err="1"/>
              <a:t>tanggal</a:t>
            </a:r>
            <a:r>
              <a:rPr lang="en-US" altLang="en-US" dirty="0"/>
              <a:t> </a:t>
            </a:r>
            <a:r>
              <a:rPr lang="en-US" altLang="en-US" dirty="0" err="1"/>
              <a:t>dalam</a:t>
            </a:r>
            <a:r>
              <a:rPr lang="en-US" altLang="en-US" dirty="0"/>
              <a:t> 2 digit</a:t>
            </a:r>
          </a:p>
          <a:p>
            <a:pPr marL="0" indent="0" algn="r">
              <a:buNone/>
            </a:pPr>
            <a:r>
              <a:rPr lang="en-US" dirty="0">
                <a:highlight>
                  <a:srgbClr val="00FFFF"/>
                </a:highlight>
                <a:sym typeface="+mn-ea"/>
                <a:hlinkClick r:id="rId2" action="ppaction://hlinksldjump">
                  <a:extLst>
                    <a:ext uri="{DAF060AB-1E55-43B9-8AAB-6FB025537F2F}">
                      <wpsdc:hlinkUnderline xmlns="" xmlns:wpsdc="http://www.wps.cn/officeDocument/2017/drawingmlCustomData" val="1"/>
                    </a:ext>
                  </a:extLst>
                </a:hlinkClick>
              </a:rPr>
              <a:t>Materi (home)</a:t>
            </a:r>
            <a:endParaRPr lang="en-US" altLang="en-US" dirty="0"/>
          </a:p>
          <a:p>
            <a:pPr marL="0" indent="0" algn="r"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>
            <a:normAutofit/>
          </a:bodyPr>
          <a:lstStyle/>
          <a:p>
            <a:r>
              <a:rPr lang="en-US"/>
              <a:t>Penulisan code input-date dengan atributh type date, 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23110"/>
            <a:ext cx="10515600" cy="39116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B0F0"/>
          </a:solidFill>
        </p:spPr>
        <p:txBody>
          <a:bodyPr/>
          <a:lstStyle/>
          <a:p>
            <a:pPr algn="ctr"/>
            <a:r>
              <a:rPr lang="en-US"/>
              <a:t>14 - Input Date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lstStyle/>
          <a:p>
            <a:pPr marL="0" indent="0">
              <a:buNone/>
            </a:pPr>
            <a:r>
              <a:rPr lang="en-US" altLang="en-US"/>
              <a:t>Input Date Time</a:t>
            </a:r>
          </a:p>
          <a:p>
            <a:r>
              <a:rPr lang="en-US" altLang="en-US"/>
              <a:t>Jika untuk input tanggal bisa menggunakan type date, jika kita butuh sampai ke menit, kita bisa menggunakan Input Date Time, yaitu menggunakan </a:t>
            </a:r>
            <a:r>
              <a:rPr lang="en-US" altLang="en-US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type datetime-local</a:t>
            </a:r>
          </a:p>
          <a:p>
            <a:r>
              <a:rPr lang="en-US" altLang="en-US"/>
              <a:t>Format value untuk Date Time adalah </a:t>
            </a:r>
            <a:r>
              <a:rPr lang="en-US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yyyy-mm-ddThh:mm</a:t>
            </a:r>
          </a:p>
          <a:p>
            <a:r>
              <a:rPr lang="en-US" altLang="en-US"/>
              <a:t>Dimana tanggal dan waktu dipisah oleh karakter T</a:t>
            </a:r>
          </a:p>
          <a:p>
            <a:r>
              <a:rPr lang="en-US" altLang="en-US"/>
              <a:t>hh adalah jam dalam format 2 digit</a:t>
            </a:r>
          </a:p>
          <a:p>
            <a:r>
              <a:rPr lang="en-US" altLang="en-US"/>
              <a:t>mm adalah menit dalam format 2 digit</a:t>
            </a:r>
          </a:p>
          <a:p>
            <a:r>
              <a:rPr lang="en-US" altLang="en-US"/>
              <a:t>Untuk membatasi minimal dan maksimal waktu yang dipilih, kita bisa gunakan atribut min dan max                                            </a:t>
            </a:r>
          </a:p>
          <a:p>
            <a:pPr marL="0" indent="0" algn="r">
              <a:buNone/>
            </a:pPr>
            <a:r>
              <a:rPr lang="en-US" altLang="en-US"/>
              <a:t> </a:t>
            </a:r>
            <a:r>
              <a:rPr lang="en-US">
                <a:highlight>
                  <a:srgbClr val="00FFFF"/>
                </a:highlight>
                <a:sym typeface="+mn-ea"/>
                <a:hlinkClick r:id="rId2" action="ppaction://hlinksldjump">
                  <a:extLst>
                    <a:ext uri="{DAF060AB-1E55-43B9-8AAB-6FB025537F2F}">
                      <wpsdc:hlinkUnderline xmlns="" xmlns:wpsdc="http://www.wps.cn/officeDocument/2017/drawingmlCustomData" val="1"/>
                    </a:ext>
                  </a:extLst>
                </a:hlinkClick>
              </a:rPr>
              <a:t>Materi (home)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/>
          <a:lstStyle/>
          <a:p>
            <a:r>
              <a:rPr lang="en-US"/>
              <a:t>Contoh Penulisan input date time 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06295"/>
            <a:ext cx="10515600" cy="383286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B0F0"/>
          </a:solidFill>
        </p:spPr>
        <p:txBody>
          <a:bodyPr/>
          <a:lstStyle/>
          <a:p>
            <a:pPr algn="ctr"/>
            <a:r>
              <a:rPr lang="en-US"/>
              <a:t>15 - Input Month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dirty="0"/>
              <a:t>Input Month</a:t>
            </a:r>
          </a:p>
          <a:p>
            <a:r>
              <a:rPr lang="en-US" altLang="en-US" dirty="0"/>
              <a:t>Input type month </a:t>
            </a:r>
            <a:r>
              <a:rPr lang="en-US" altLang="en-US" dirty="0" err="1"/>
              <a:t>digunakan</a:t>
            </a:r>
            <a:r>
              <a:rPr lang="en-US" altLang="en-US" dirty="0"/>
              <a:t> </a:t>
            </a:r>
            <a:r>
              <a:rPr lang="en-US" altLang="en-US" dirty="0" err="1"/>
              <a:t>untuk</a:t>
            </a:r>
            <a:r>
              <a:rPr lang="en-US" altLang="en-US" dirty="0"/>
              <a:t> input </a:t>
            </a:r>
            <a:r>
              <a:rPr lang="en-US" altLang="en-US" dirty="0" err="1"/>
              <a:t>informasi</a:t>
            </a:r>
            <a:r>
              <a:rPr lang="en-US" altLang="en-US" dirty="0"/>
              <a:t> </a:t>
            </a:r>
            <a:r>
              <a:rPr lang="en-US" altLang="en-US" dirty="0" err="1"/>
              <a:t>berupa</a:t>
            </a:r>
            <a:r>
              <a:rPr lang="en-US" altLang="en-US" dirty="0"/>
              <a:t> </a:t>
            </a:r>
            <a:r>
              <a:rPr lang="en-US" altLang="en-US" dirty="0" err="1"/>
              <a:t>tahun</a:t>
            </a:r>
            <a:r>
              <a:rPr lang="en-US" altLang="en-US" dirty="0"/>
              <a:t> dan </a:t>
            </a:r>
            <a:r>
              <a:rPr lang="en-US" altLang="en-US" dirty="0" err="1"/>
              <a:t>bulan</a:t>
            </a:r>
            <a:endParaRPr lang="en-US" altLang="en-US" dirty="0"/>
          </a:p>
          <a:p>
            <a:r>
              <a:rPr lang="en-US" altLang="en-US" dirty="0" err="1"/>
              <a:t>yyyy</a:t>
            </a:r>
            <a:r>
              <a:rPr lang="en-US" altLang="en-US" dirty="0"/>
              <a:t> </a:t>
            </a:r>
            <a:r>
              <a:rPr lang="en-US" altLang="en-US" dirty="0" err="1"/>
              <a:t>adalah</a:t>
            </a:r>
            <a:r>
              <a:rPr lang="en-US" altLang="en-US" dirty="0"/>
              <a:t> 4 digit </a:t>
            </a:r>
            <a:r>
              <a:rPr lang="en-US" altLang="en-US" dirty="0" err="1"/>
              <a:t>tahun</a:t>
            </a:r>
            <a:endParaRPr lang="en-US" altLang="en-US" dirty="0"/>
          </a:p>
          <a:p>
            <a:r>
              <a:rPr lang="en-US" altLang="en-US" dirty="0"/>
              <a:t>mm </a:t>
            </a:r>
            <a:r>
              <a:rPr lang="en-US" altLang="en-US" dirty="0" err="1"/>
              <a:t>adalah</a:t>
            </a:r>
            <a:r>
              <a:rPr lang="en-US" altLang="en-US" dirty="0"/>
              <a:t> 2 digit </a:t>
            </a:r>
            <a:r>
              <a:rPr lang="en-US" altLang="en-US" dirty="0" err="1"/>
              <a:t>bulan</a:t>
            </a:r>
            <a:endParaRPr lang="en-US" altLang="en-US" dirty="0"/>
          </a:p>
          <a:p>
            <a:pPr marL="0" indent="0" algn="r">
              <a:buNone/>
            </a:pPr>
            <a:r>
              <a:rPr lang="en-US" dirty="0">
                <a:highlight>
                  <a:srgbClr val="00FFFF"/>
                </a:highlight>
                <a:sym typeface="+mn-ea"/>
                <a:hlinkClick r:id="rId2" action="ppaction://hlinksldjump">
                  <a:extLst>
                    <a:ext uri="{DAF060AB-1E55-43B9-8AAB-6FB025537F2F}">
                      <wpsdc:hlinkUnderline xmlns="" xmlns:wpsdc="http://www.wps.cn/officeDocument/2017/drawingmlCustomData" val="1"/>
                    </a:ext>
                  </a:extLst>
                </a:hlinkClick>
              </a:rPr>
              <a:t>Materi (home)</a:t>
            </a:r>
            <a:endParaRPr lang="en-US" alt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/>
          <a:lstStyle/>
          <a:p>
            <a:r>
              <a:rPr lang="en-US"/>
              <a:t>Contoh Penulisan input month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36445"/>
            <a:ext cx="10515600" cy="3973195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B0F0"/>
          </a:solidFill>
        </p:spPr>
        <p:txBody>
          <a:bodyPr/>
          <a:lstStyle/>
          <a:p>
            <a:pPr algn="ctr"/>
            <a:r>
              <a:rPr lang="en-US"/>
              <a:t>16 - Input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dirty="0"/>
              <a:t>Input Time</a:t>
            </a:r>
          </a:p>
          <a:p>
            <a:r>
              <a:rPr lang="en-US" altLang="en-US" dirty="0"/>
              <a:t>Jika </a:t>
            </a:r>
            <a:r>
              <a:rPr lang="en-US" altLang="en-US" dirty="0" err="1"/>
              <a:t>kita</a:t>
            </a:r>
            <a:r>
              <a:rPr lang="en-US" altLang="en-US" dirty="0"/>
              <a:t> </a:t>
            </a:r>
            <a:r>
              <a:rPr lang="en-US" altLang="en-US" dirty="0" err="1"/>
              <a:t>hanya</a:t>
            </a:r>
            <a:r>
              <a:rPr lang="en-US" altLang="en-US" dirty="0"/>
              <a:t> </a:t>
            </a:r>
            <a:r>
              <a:rPr lang="en-US" altLang="en-US" dirty="0" err="1"/>
              <a:t>membutuhkan</a:t>
            </a:r>
            <a:r>
              <a:rPr lang="en-US" altLang="en-US" dirty="0"/>
              <a:t> </a:t>
            </a:r>
            <a:r>
              <a:rPr lang="en-US" altLang="en-US" dirty="0" err="1"/>
              <a:t>informasi</a:t>
            </a:r>
            <a:r>
              <a:rPr lang="en-US" altLang="en-US" dirty="0"/>
              <a:t> jam dan </a:t>
            </a:r>
            <a:r>
              <a:rPr lang="en-US" altLang="en-US" dirty="0" err="1"/>
              <a:t>menit</a:t>
            </a:r>
            <a:r>
              <a:rPr lang="en-US" altLang="en-US" dirty="0"/>
              <a:t>, </a:t>
            </a:r>
            <a:r>
              <a:rPr lang="en-US" altLang="en-US" dirty="0" err="1"/>
              <a:t>kita</a:t>
            </a:r>
            <a:r>
              <a:rPr lang="en-US" altLang="en-US" dirty="0"/>
              <a:t> </a:t>
            </a:r>
            <a:r>
              <a:rPr lang="en-US" altLang="en-US" dirty="0" err="1"/>
              <a:t>bisa</a:t>
            </a:r>
            <a:r>
              <a:rPr lang="en-US" altLang="en-US" dirty="0"/>
              <a:t> </a:t>
            </a:r>
            <a:r>
              <a:rPr lang="en-US" altLang="en-US" dirty="0" err="1"/>
              <a:t>menggunakan</a:t>
            </a:r>
            <a:r>
              <a:rPr lang="en-US" altLang="en-US" dirty="0"/>
              <a:t> input type time </a:t>
            </a:r>
            <a:r>
              <a:rPr lang="en-US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Input type time </a:t>
            </a:r>
            <a:r>
              <a:rPr lang="en-US" altLang="en-US" dirty="0" err="1"/>
              <a:t>menggunakan</a:t>
            </a:r>
            <a:r>
              <a:rPr lang="en-US" altLang="en-US" dirty="0"/>
              <a:t> format </a:t>
            </a:r>
            <a:r>
              <a:rPr lang="en-US" altLang="en-US" dirty="0" err="1"/>
              <a:t>hh:mm</a:t>
            </a:r>
            <a:endParaRPr lang="en-US" altLang="en-US" dirty="0"/>
          </a:p>
          <a:p>
            <a:r>
              <a:rPr lang="en-US" altLang="en-US" dirty="0" err="1"/>
              <a:t>hh</a:t>
            </a:r>
            <a:r>
              <a:rPr lang="en-US" altLang="en-US" dirty="0"/>
              <a:t> </a:t>
            </a:r>
            <a:r>
              <a:rPr lang="en-US" altLang="en-US" dirty="0" err="1"/>
              <a:t>adalah</a:t>
            </a:r>
            <a:r>
              <a:rPr lang="en-US" altLang="en-US" dirty="0"/>
              <a:t> jam </a:t>
            </a:r>
            <a:r>
              <a:rPr lang="en-US" altLang="en-US" dirty="0" err="1"/>
              <a:t>dalam</a:t>
            </a:r>
            <a:r>
              <a:rPr lang="en-US" altLang="en-US" dirty="0"/>
              <a:t> 2 digit</a:t>
            </a:r>
          </a:p>
          <a:p>
            <a:r>
              <a:rPr lang="en-US" altLang="en-US" dirty="0"/>
              <a:t>mm </a:t>
            </a:r>
            <a:r>
              <a:rPr lang="en-US" altLang="en-US" dirty="0" err="1"/>
              <a:t>adalah</a:t>
            </a:r>
            <a:r>
              <a:rPr lang="en-US" altLang="en-US" dirty="0"/>
              <a:t> </a:t>
            </a:r>
            <a:r>
              <a:rPr lang="en-US" altLang="en-US" dirty="0" err="1"/>
              <a:t>menit</a:t>
            </a:r>
            <a:r>
              <a:rPr lang="en-US" altLang="en-US" dirty="0"/>
              <a:t> </a:t>
            </a:r>
            <a:r>
              <a:rPr lang="en-US" altLang="en-US" dirty="0" err="1"/>
              <a:t>dalam</a:t>
            </a:r>
            <a:r>
              <a:rPr lang="en-US" altLang="en-US" dirty="0"/>
              <a:t> 2 digit</a:t>
            </a:r>
          </a:p>
          <a:p>
            <a:r>
              <a:rPr lang="en-US" altLang="en-US" dirty="0" err="1"/>
              <a:t>Untuk</a:t>
            </a:r>
            <a:r>
              <a:rPr lang="en-US" altLang="en-US" dirty="0"/>
              <a:t> </a:t>
            </a:r>
            <a:r>
              <a:rPr lang="en-US" altLang="en-US" dirty="0" err="1"/>
              <a:t>membatasi</a:t>
            </a:r>
            <a:r>
              <a:rPr lang="en-US" altLang="en-US" dirty="0"/>
              <a:t> minimal dan </a:t>
            </a:r>
            <a:r>
              <a:rPr lang="en-US" altLang="en-US" dirty="0" err="1"/>
              <a:t>maksimal</a:t>
            </a:r>
            <a:r>
              <a:rPr lang="en-US" altLang="en-US" dirty="0"/>
              <a:t> </a:t>
            </a:r>
            <a:r>
              <a:rPr lang="en-US" altLang="en-US" dirty="0" err="1"/>
              <a:t>waktu</a:t>
            </a:r>
            <a:r>
              <a:rPr lang="en-US" altLang="en-US" dirty="0"/>
              <a:t> yang </a:t>
            </a:r>
            <a:r>
              <a:rPr lang="en-US" altLang="en-US" dirty="0" err="1"/>
              <a:t>dipilih</a:t>
            </a:r>
            <a:r>
              <a:rPr lang="en-US" altLang="en-US" dirty="0"/>
              <a:t>, </a:t>
            </a:r>
            <a:r>
              <a:rPr lang="en-US" altLang="en-US" dirty="0" err="1"/>
              <a:t>kita</a:t>
            </a:r>
            <a:r>
              <a:rPr lang="en-US" altLang="en-US" dirty="0"/>
              <a:t> </a:t>
            </a:r>
            <a:r>
              <a:rPr lang="en-US" altLang="en-US" dirty="0" err="1"/>
              <a:t>bisa</a:t>
            </a:r>
            <a:r>
              <a:rPr lang="en-US" altLang="en-US" dirty="0"/>
              <a:t> </a:t>
            </a:r>
            <a:r>
              <a:rPr lang="en-US" altLang="en-US" dirty="0" err="1"/>
              <a:t>gunakan</a:t>
            </a:r>
            <a:r>
              <a:rPr lang="en-US" altLang="en-US" dirty="0"/>
              <a:t> </a:t>
            </a:r>
            <a:r>
              <a:rPr lang="en-US" altLang="en-US" dirty="0" err="1"/>
              <a:t>atribut</a:t>
            </a:r>
            <a:r>
              <a:rPr lang="en-US" altLang="en-US" dirty="0"/>
              <a:t> min dan max</a:t>
            </a:r>
          </a:p>
          <a:p>
            <a:pPr marL="0" indent="0" algn="r">
              <a:buNone/>
            </a:pPr>
            <a:r>
              <a:rPr lang="en-US" dirty="0">
                <a:highlight>
                  <a:srgbClr val="00FFFF"/>
                </a:highlight>
                <a:sym typeface="+mn-ea"/>
                <a:hlinkClick r:id="rId2" action="ppaction://hlinksldjump">
                  <a:extLst>
                    <a:ext uri="{DAF060AB-1E55-43B9-8AAB-6FB025537F2F}">
                      <wpsdc:hlinkUnderline xmlns="" xmlns:wpsdc="http://www.wps.cn/officeDocument/2017/drawingmlCustomData" val="1"/>
                    </a:ext>
                  </a:extLst>
                </a:hlinkClick>
              </a:rPr>
              <a:t>Materi (home)</a:t>
            </a:r>
            <a:endParaRPr lang="en-US" altLang="en-US" dirty="0"/>
          </a:p>
          <a:p>
            <a:pPr marL="0" indent="0" algn="r"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/>
          <a:lstStyle/>
          <a:p>
            <a:r>
              <a:rPr lang="en-US"/>
              <a:t>Contoh Penulisan Input type time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04695"/>
            <a:ext cx="10515600" cy="4037965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B0F0"/>
          </a:solidFill>
        </p:spPr>
        <p:txBody>
          <a:bodyPr/>
          <a:lstStyle/>
          <a:p>
            <a:pPr algn="ctr"/>
            <a:r>
              <a:rPr lang="en-US" dirty="0"/>
              <a:t>17 -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en-US" dirty="0"/>
              <a:t>Input Week</a:t>
            </a:r>
          </a:p>
          <a:p>
            <a:r>
              <a:rPr lang="en-US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Input type week</a:t>
            </a:r>
            <a:r>
              <a:rPr lang="en-US" altLang="en-US" dirty="0"/>
              <a:t> </a:t>
            </a:r>
            <a:r>
              <a:rPr lang="en-US" altLang="en-US" dirty="0" err="1"/>
              <a:t>digunakan</a:t>
            </a:r>
            <a:r>
              <a:rPr lang="en-US" altLang="en-US" dirty="0"/>
              <a:t> </a:t>
            </a:r>
            <a:r>
              <a:rPr lang="en-US" altLang="en-US" dirty="0" err="1"/>
              <a:t>untuk</a:t>
            </a:r>
            <a:r>
              <a:rPr lang="en-US" altLang="en-US" dirty="0"/>
              <a:t> </a:t>
            </a:r>
            <a:r>
              <a:rPr lang="en-US" altLang="en-US" dirty="0" err="1"/>
              <a:t>menerima</a:t>
            </a:r>
            <a:r>
              <a:rPr lang="en-US" altLang="en-US" dirty="0"/>
              <a:t> input </a:t>
            </a:r>
            <a:r>
              <a:rPr lang="en-US" altLang="en-US" dirty="0" err="1"/>
              <a:t>minggu</a:t>
            </a:r>
            <a:r>
              <a:rPr lang="en-US" altLang="en-US" dirty="0"/>
              <a:t> </a:t>
            </a:r>
            <a:r>
              <a:rPr lang="en-US" altLang="en-US" dirty="0" err="1"/>
              <a:t>dalam</a:t>
            </a:r>
            <a:r>
              <a:rPr lang="en-US" altLang="en-US" dirty="0"/>
              <a:t> </a:t>
            </a:r>
            <a:r>
              <a:rPr lang="en-US" altLang="en-US" dirty="0" err="1"/>
              <a:t>satu</a:t>
            </a:r>
            <a:r>
              <a:rPr lang="en-US" altLang="en-US" dirty="0"/>
              <a:t> </a:t>
            </a:r>
            <a:r>
              <a:rPr lang="en-US" altLang="en-US" dirty="0" err="1"/>
              <a:t>tahun</a:t>
            </a:r>
            <a:endParaRPr lang="en-US" altLang="en-US" dirty="0"/>
          </a:p>
          <a:p>
            <a:r>
              <a:rPr lang="en-US" altLang="en-US" dirty="0"/>
              <a:t>Total </a:t>
            </a:r>
            <a:r>
              <a:rPr lang="en-US" altLang="en-US" dirty="0" err="1"/>
              <a:t>minggu</a:t>
            </a:r>
            <a:r>
              <a:rPr lang="en-US" altLang="en-US" dirty="0"/>
              <a:t> </a:t>
            </a:r>
            <a:r>
              <a:rPr lang="en-US" altLang="en-US" dirty="0" err="1"/>
              <a:t>dalam</a:t>
            </a:r>
            <a:r>
              <a:rPr lang="en-US" altLang="en-US" dirty="0"/>
              <a:t> </a:t>
            </a:r>
            <a:r>
              <a:rPr lang="en-US" altLang="en-US" dirty="0" err="1"/>
              <a:t>satu</a:t>
            </a:r>
            <a:r>
              <a:rPr lang="en-US" altLang="en-US" dirty="0"/>
              <a:t> </a:t>
            </a:r>
            <a:r>
              <a:rPr lang="en-US" altLang="en-US" dirty="0" err="1"/>
              <a:t>tahun</a:t>
            </a:r>
            <a:r>
              <a:rPr lang="en-US" altLang="en-US" dirty="0"/>
              <a:t> </a:t>
            </a:r>
            <a:r>
              <a:rPr lang="en-US" altLang="en-US" dirty="0" err="1"/>
              <a:t>berkisar</a:t>
            </a:r>
            <a:r>
              <a:rPr lang="en-US" altLang="en-US" dirty="0"/>
              <a:t> </a:t>
            </a:r>
            <a:r>
              <a:rPr lang="en-US" altLang="en-US" dirty="0" err="1"/>
              <a:t>antara</a:t>
            </a:r>
            <a:r>
              <a:rPr lang="en-US" altLang="en-US" dirty="0"/>
              <a:t> 52-53, </a:t>
            </a:r>
            <a:r>
              <a:rPr lang="en-US" altLang="en-US" dirty="0" err="1"/>
              <a:t>artinya</a:t>
            </a:r>
            <a:r>
              <a:rPr lang="en-US" altLang="en-US" dirty="0"/>
              <a:t> </a:t>
            </a:r>
            <a:r>
              <a:rPr lang="en-US" altLang="en-US" dirty="0" err="1"/>
              <a:t>itu</a:t>
            </a:r>
            <a:r>
              <a:rPr lang="en-US" altLang="en-US" dirty="0"/>
              <a:t> </a:t>
            </a:r>
            <a:r>
              <a:rPr lang="en-US" altLang="en-US" dirty="0" err="1"/>
              <a:t>adalah</a:t>
            </a:r>
            <a:r>
              <a:rPr lang="en-US" altLang="en-US" dirty="0"/>
              <a:t> </a:t>
            </a:r>
            <a:r>
              <a:rPr lang="en-US" altLang="en-US" dirty="0" err="1"/>
              <a:t>maksimal</a:t>
            </a:r>
            <a:r>
              <a:rPr lang="en-US" altLang="en-US" dirty="0"/>
              <a:t> </a:t>
            </a:r>
            <a:r>
              <a:rPr lang="en-US" altLang="en-US" dirty="0" err="1"/>
              <a:t>nilai</a:t>
            </a:r>
            <a:r>
              <a:rPr lang="en-US" altLang="en-US" dirty="0"/>
              <a:t> </a:t>
            </a:r>
            <a:r>
              <a:rPr lang="en-US" altLang="en-US" dirty="0" err="1"/>
              <a:t>untuk</a:t>
            </a:r>
            <a:r>
              <a:rPr lang="en-US" altLang="en-US" dirty="0"/>
              <a:t> week Format </a:t>
            </a:r>
            <a:r>
              <a:rPr lang="en-US" altLang="en-US" dirty="0" err="1"/>
              <a:t>penulisan</a:t>
            </a:r>
            <a:r>
              <a:rPr lang="en-US" altLang="en-US" dirty="0"/>
              <a:t> week </a:t>
            </a:r>
            <a:r>
              <a:rPr lang="en-US" altLang="en-US" dirty="0" err="1"/>
              <a:t>bisa</a:t>
            </a:r>
            <a:r>
              <a:rPr lang="en-US" altLang="en-US" dirty="0"/>
              <a:t> </a:t>
            </a:r>
            <a:r>
              <a:rPr lang="en-US" altLang="en-US" dirty="0" err="1"/>
              <a:t>menggunakan</a:t>
            </a:r>
            <a:r>
              <a:rPr lang="en-US" altLang="en-US" dirty="0"/>
              <a:t> </a:t>
            </a:r>
            <a:r>
              <a:rPr lang="en-US" altLang="en-US" dirty="0" err="1"/>
              <a:t>pola</a:t>
            </a:r>
            <a:r>
              <a:rPr lang="en-US" altLang="en-US" dirty="0"/>
              <a:t> </a:t>
            </a:r>
            <a:r>
              <a:rPr lang="en-US" altLang="en-US" dirty="0" err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yyyy</a:t>
            </a:r>
            <a:r>
              <a:rPr lang="en-US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-Www</a:t>
            </a:r>
            <a:endParaRPr lang="en-US" altLang="en-US" dirty="0"/>
          </a:p>
          <a:p>
            <a:r>
              <a:rPr lang="en-US" altLang="en-US" dirty="0" err="1"/>
              <a:t>yyyy</a:t>
            </a:r>
            <a:r>
              <a:rPr lang="en-US" altLang="en-US" dirty="0"/>
              <a:t> </a:t>
            </a:r>
            <a:r>
              <a:rPr lang="en-US" altLang="en-US" dirty="0" err="1"/>
              <a:t>adalah</a:t>
            </a:r>
            <a:r>
              <a:rPr lang="en-US" altLang="en-US" dirty="0"/>
              <a:t> </a:t>
            </a:r>
            <a:r>
              <a:rPr lang="en-US" altLang="en-US" dirty="0" err="1"/>
              <a:t>tahun</a:t>
            </a:r>
            <a:r>
              <a:rPr lang="en-US" altLang="en-US" dirty="0"/>
              <a:t> </a:t>
            </a:r>
            <a:r>
              <a:rPr lang="en-US" altLang="en-US" dirty="0" err="1"/>
              <a:t>dalam</a:t>
            </a:r>
            <a:r>
              <a:rPr lang="en-US" altLang="en-US" dirty="0"/>
              <a:t> 4 digit</a:t>
            </a:r>
          </a:p>
          <a:p>
            <a:r>
              <a:rPr lang="en-US" altLang="en-US" dirty="0"/>
              <a:t>ww </a:t>
            </a:r>
            <a:r>
              <a:rPr lang="en-US" altLang="en-US" dirty="0" err="1"/>
              <a:t>adalah</a:t>
            </a:r>
            <a:r>
              <a:rPr lang="en-US" altLang="en-US" dirty="0"/>
              <a:t> </a:t>
            </a:r>
            <a:r>
              <a:rPr lang="en-US" altLang="en-US" dirty="0" err="1"/>
              <a:t>minggu</a:t>
            </a:r>
            <a:r>
              <a:rPr lang="en-US" altLang="en-US" dirty="0"/>
              <a:t> </a:t>
            </a:r>
            <a:r>
              <a:rPr lang="en-US" altLang="en-US" dirty="0" err="1"/>
              <a:t>dalam</a:t>
            </a:r>
            <a:r>
              <a:rPr lang="en-US" altLang="en-US" dirty="0"/>
              <a:t> 2 digit</a:t>
            </a:r>
          </a:p>
          <a:p>
            <a:r>
              <a:rPr lang="en-US" altLang="en-US" dirty="0" err="1"/>
              <a:t>Untuk</a:t>
            </a:r>
            <a:r>
              <a:rPr lang="en-US" altLang="en-US" dirty="0"/>
              <a:t> </a:t>
            </a:r>
            <a:r>
              <a:rPr lang="en-US" altLang="en-US" dirty="0" err="1"/>
              <a:t>membatasi</a:t>
            </a:r>
            <a:r>
              <a:rPr lang="en-US" altLang="en-US" dirty="0"/>
              <a:t> minimal dan </a:t>
            </a:r>
            <a:r>
              <a:rPr lang="en-US" altLang="en-US" dirty="0" err="1"/>
              <a:t>maksimal</a:t>
            </a:r>
            <a:r>
              <a:rPr lang="en-US" altLang="en-US" dirty="0"/>
              <a:t> </a:t>
            </a:r>
            <a:r>
              <a:rPr lang="en-US" altLang="en-US" dirty="0" err="1"/>
              <a:t>minggu</a:t>
            </a:r>
            <a:r>
              <a:rPr lang="en-US" altLang="en-US" dirty="0"/>
              <a:t> yang </a:t>
            </a:r>
            <a:r>
              <a:rPr lang="en-US" altLang="en-US" dirty="0" err="1"/>
              <a:t>dipilih</a:t>
            </a:r>
            <a:r>
              <a:rPr lang="en-US" altLang="en-US" dirty="0"/>
              <a:t>, </a:t>
            </a:r>
            <a:r>
              <a:rPr lang="en-US" altLang="en-US" dirty="0" err="1"/>
              <a:t>kita</a:t>
            </a:r>
            <a:r>
              <a:rPr lang="en-US" altLang="en-US" dirty="0"/>
              <a:t> </a:t>
            </a:r>
            <a:r>
              <a:rPr lang="en-US" altLang="en-US" dirty="0" err="1"/>
              <a:t>bisa</a:t>
            </a:r>
            <a:r>
              <a:rPr lang="en-US" altLang="en-US" dirty="0"/>
              <a:t> </a:t>
            </a:r>
            <a:r>
              <a:rPr lang="en-US" altLang="en-US" dirty="0" err="1"/>
              <a:t>gunakan</a:t>
            </a:r>
            <a:r>
              <a:rPr lang="en-US" altLang="en-US" dirty="0"/>
              <a:t> </a:t>
            </a:r>
            <a:r>
              <a:rPr lang="en-US" altLang="en-US" dirty="0" err="1"/>
              <a:t>atribut</a:t>
            </a:r>
            <a:r>
              <a:rPr lang="en-US" altLang="en-US" dirty="0"/>
              <a:t> min dan max</a:t>
            </a:r>
          </a:p>
          <a:p>
            <a:pPr marL="0" indent="0" algn="r">
              <a:buNone/>
            </a:pPr>
            <a:r>
              <a:rPr lang="en-US" dirty="0">
                <a:highlight>
                  <a:srgbClr val="00FFFF"/>
                </a:highlight>
                <a:sym typeface="+mn-ea"/>
                <a:hlinkClick r:id="rId2" action="ppaction://hlinksldjump">
                  <a:extLst>
                    <a:ext uri="{DAF060AB-1E55-43B9-8AAB-6FB025537F2F}">
                      <wpsdc:hlinkUnderline xmlns="" xmlns:wpsdc="http://www.wps.cn/officeDocument/2017/drawingmlCustomData" val="1"/>
                    </a:ext>
                  </a:extLst>
                </a:hlinkClick>
              </a:rPr>
              <a:t>Materi (home)</a:t>
            </a:r>
            <a:endParaRPr lang="en-US" alt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/>
          <a:lstStyle/>
          <a:p>
            <a:r>
              <a:rPr lang="en-US"/>
              <a:t>Contoh penulisan Input week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33270"/>
            <a:ext cx="10515600" cy="4547235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B0F0"/>
          </a:solidFill>
        </p:spPr>
        <p:txBody>
          <a:bodyPr/>
          <a:lstStyle/>
          <a:p>
            <a:pPr algn="ctr"/>
            <a:r>
              <a:rPr lang="en-US"/>
              <a:t>18 - Input Email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dirty="0"/>
              <a:t>Input Email</a:t>
            </a:r>
          </a:p>
          <a:p>
            <a:r>
              <a:rPr lang="en-US" altLang="en-US" dirty="0"/>
              <a:t>Input email </a:t>
            </a:r>
            <a:r>
              <a:rPr lang="en-US" altLang="en-US" dirty="0" err="1"/>
              <a:t>adalah</a:t>
            </a:r>
            <a:r>
              <a:rPr lang="en-US" altLang="en-US" dirty="0"/>
              <a:t> input text, </a:t>
            </a:r>
            <a:r>
              <a:rPr lang="en-US" altLang="en-US" dirty="0" err="1"/>
              <a:t>namun</a:t>
            </a:r>
            <a:r>
              <a:rPr lang="en-US" altLang="en-US" dirty="0"/>
              <a:t> </a:t>
            </a:r>
            <a:r>
              <a:rPr lang="en-US" altLang="en-US" dirty="0" err="1"/>
              <a:t>informasi</a:t>
            </a:r>
            <a:r>
              <a:rPr lang="en-US" altLang="en-US" dirty="0"/>
              <a:t> yang </a:t>
            </a:r>
            <a:r>
              <a:rPr lang="en-US" altLang="en-US" dirty="0" err="1"/>
              <a:t>dimasukkan</a:t>
            </a:r>
            <a:r>
              <a:rPr lang="en-US" altLang="en-US" dirty="0"/>
              <a:t> </a:t>
            </a:r>
            <a:r>
              <a:rPr lang="en-US" altLang="en-US" dirty="0" err="1"/>
              <a:t>haruslah</a:t>
            </a:r>
            <a:r>
              <a:rPr lang="en-US" altLang="en-US" dirty="0"/>
              <a:t> </a:t>
            </a:r>
            <a:r>
              <a:rPr lang="en-US" altLang="en-US" dirty="0" err="1"/>
              <a:t>dalam</a:t>
            </a:r>
            <a:r>
              <a:rPr lang="en-US" altLang="en-US" dirty="0"/>
              <a:t> format email Jika format email </a:t>
            </a:r>
            <a:r>
              <a:rPr lang="en-US" altLang="en-US" dirty="0" err="1"/>
              <a:t>tidak</a:t>
            </a:r>
            <a:r>
              <a:rPr lang="en-US" altLang="en-US" dirty="0"/>
              <a:t> </a:t>
            </a:r>
            <a:r>
              <a:rPr lang="en-US" altLang="en-US" dirty="0" err="1"/>
              <a:t>benar</a:t>
            </a:r>
            <a:r>
              <a:rPr lang="en-US" altLang="en-US" dirty="0"/>
              <a:t>, </a:t>
            </a:r>
            <a:r>
              <a:rPr lang="en-US" altLang="en-US" dirty="0" err="1"/>
              <a:t>secara</a:t>
            </a:r>
            <a:r>
              <a:rPr lang="en-US" altLang="en-US" dirty="0"/>
              <a:t> </a:t>
            </a:r>
            <a:r>
              <a:rPr lang="en-US" altLang="en-US" dirty="0" err="1"/>
              <a:t>otomatis</a:t>
            </a:r>
            <a:r>
              <a:rPr lang="en-US" altLang="en-US" dirty="0"/>
              <a:t> form </a:t>
            </a:r>
            <a:r>
              <a:rPr lang="en-US" altLang="en-US" dirty="0" err="1"/>
              <a:t>tidak</a:t>
            </a:r>
            <a:r>
              <a:rPr lang="en-US" altLang="en-US" dirty="0"/>
              <a:t> </a:t>
            </a:r>
            <a:r>
              <a:rPr lang="en-US" altLang="en-US" dirty="0" err="1"/>
              <a:t>akan</a:t>
            </a:r>
            <a:r>
              <a:rPr lang="en-US" altLang="en-US" dirty="0"/>
              <a:t> </a:t>
            </a:r>
            <a:r>
              <a:rPr lang="en-US" altLang="en-US" dirty="0" err="1"/>
              <a:t>bisa</a:t>
            </a:r>
            <a:r>
              <a:rPr lang="en-US" altLang="en-US" dirty="0"/>
              <a:t> di submit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pPr marL="0" indent="0" algn="r">
              <a:buNone/>
            </a:pPr>
            <a:r>
              <a:rPr lang="en-US" dirty="0">
                <a:highlight>
                  <a:srgbClr val="00FFFF"/>
                </a:highlight>
                <a:sym typeface="+mn-ea"/>
                <a:hlinkClick r:id="rId2" action="ppaction://hlinksldjump">
                  <a:extLst>
                    <a:ext uri="{DAF060AB-1E55-43B9-8AAB-6FB025537F2F}">
                      <wpsdc:hlinkUnderline xmlns="" xmlns:wpsdc="http://www.wps.cn/officeDocument/2017/drawingmlCustomData" val="1"/>
                    </a:ext>
                  </a:extLst>
                </a:hlinkClick>
              </a:rPr>
              <a:t>Materi (home)</a:t>
            </a:r>
            <a:endParaRPr lang="en-US" alt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>
            <a:normAutofit/>
          </a:bodyPr>
          <a:lstStyle/>
          <a:p>
            <a:pPr algn="l"/>
            <a:r>
              <a:rPr lang="en-US"/>
              <a:t>Contoh penulisan input type email ( atribut </a:t>
            </a:r>
            <a:r>
              <a:rPr 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required</a:t>
            </a:r>
            <a:r>
              <a:rPr lang="en-US"/>
              <a:t> menandakan bahwa form wajib diisi)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74850"/>
            <a:ext cx="10515600" cy="3635375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B0F0"/>
          </a:solidFill>
        </p:spPr>
        <p:txBody>
          <a:bodyPr/>
          <a:lstStyle/>
          <a:p>
            <a:pPr algn="ctr"/>
            <a:r>
              <a:rPr lang="en-US"/>
              <a:t>19 - Input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dirty="0"/>
              <a:t>Input File</a:t>
            </a:r>
          </a:p>
          <a:p>
            <a:r>
              <a:rPr lang="en-US" altLang="en-US" dirty="0"/>
              <a:t>Input </a:t>
            </a:r>
            <a:r>
              <a:rPr lang="en-US" altLang="en-US" dirty="0" err="1"/>
              <a:t>dengan</a:t>
            </a:r>
            <a:r>
              <a:rPr lang="en-US" altLang="en-US" dirty="0"/>
              <a:t> type file, </a:t>
            </a:r>
            <a:r>
              <a:rPr lang="en-US" altLang="en-US" dirty="0" err="1"/>
              <a:t>digunakan</a:t>
            </a:r>
            <a:r>
              <a:rPr lang="en-US" altLang="en-US" dirty="0"/>
              <a:t> </a:t>
            </a:r>
            <a:r>
              <a:rPr lang="en-US" altLang="en-US" dirty="0" err="1"/>
              <a:t>untuk</a:t>
            </a:r>
            <a:r>
              <a:rPr lang="en-US" altLang="en-US" dirty="0"/>
              <a:t> meng-upload/</a:t>
            </a:r>
            <a:r>
              <a:rPr lang="en-US" altLang="en-US" dirty="0" err="1"/>
              <a:t>mengunggah</a:t>
            </a:r>
            <a:r>
              <a:rPr lang="en-US" altLang="en-US" dirty="0"/>
              <a:t> </a:t>
            </a:r>
            <a:r>
              <a:rPr lang="en-US" altLang="en-US" dirty="0" err="1"/>
              <a:t>berkas</a:t>
            </a:r>
            <a:r>
              <a:rPr lang="en-US" altLang="en-US" dirty="0"/>
              <a:t> file </a:t>
            </a:r>
            <a:r>
              <a:rPr lang="en-US" altLang="en-US" dirty="0" err="1"/>
              <a:t>dari</a:t>
            </a:r>
            <a:r>
              <a:rPr lang="en-US" altLang="en-US" dirty="0"/>
              <a:t> </a:t>
            </a:r>
            <a:r>
              <a:rPr lang="en-US" altLang="en-US" dirty="0" err="1"/>
              <a:t>komputer</a:t>
            </a:r>
            <a:r>
              <a:rPr lang="en-US" altLang="en-US" dirty="0"/>
              <a:t> </a:t>
            </a:r>
            <a:r>
              <a:rPr lang="en-US" altLang="en-US" dirty="0" err="1"/>
              <a:t>kita</a:t>
            </a:r>
            <a:r>
              <a:rPr lang="en-US" altLang="en-US" dirty="0"/>
              <a:t> </a:t>
            </a:r>
          </a:p>
          <a:p>
            <a:r>
              <a:rPr lang="en-US" altLang="en-US" dirty="0"/>
              <a:t>Saat </a:t>
            </a:r>
            <a:r>
              <a:rPr lang="en-US" altLang="en-US" dirty="0" err="1"/>
              <a:t>kita</a:t>
            </a:r>
            <a:r>
              <a:rPr lang="en-US" altLang="en-US" dirty="0"/>
              <a:t> </a:t>
            </a:r>
            <a:r>
              <a:rPr lang="en-US" altLang="en-US" dirty="0" err="1"/>
              <a:t>membuat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input </a:t>
            </a:r>
            <a:r>
              <a:rPr lang="en-US" altLang="en-US" dirty="0" err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dengan</a:t>
            </a:r>
            <a:r>
              <a:rPr lang="en-US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type file</a:t>
            </a:r>
            <a:r>
              <a:rPr lang="en-US" altLang="en-US" dirty="0"/>
              <a:t>, </a:t>
            </a:r>
            <a:r>
              <a:rPr lang="en-US" altLang="en-US" dirty="0" err="1"/>
              <a:t>maka</a:t>
            </a:r>
            <a:r>
              <a:rPr lang="en-US" altLang="en-US" dirty="0"/>
              <a:t> agar form </a:t>
            </a:r>
            <a:r>
              <a:rPr lang="en-US" altLang="en-US" dirty="0" err="1"/>
              <a:t>mengirim</a:t>
            </a:r>
            <a:r>
              <a:rPr lang="en-US" altLang="en-US" dirty="0"/>
              <a:t> </a:t>
            </a:r>
            <a:r>
              <a:rPr lang="en-US" altLang="en-US" dirty="0" err="1"/>
              <a:t>berkas</a:t>
            </a:r>
            <a:r>
              <a:rPr lang="en-US" altLang="en-US" dirty="0"/>
              <a:t> file-</a:t>
            </a:r>
            <a:r>
              <a:rPr lang="en-US" altLang="en-US" dirty="0" err="1"/>
              <a:t>nya</a:t>
            </a:r>
            <a:r>
              <a:rPr lang="en-US" altLang="en-US" dirty="0"/>
              <a:t>, </a:t>
            </a:r>
            <a:r>
              <a:rPr lang="en-US" altLang="en-US" dirty="0" err="1"/>
              <a:t>kita</a:t>
            </a:r>
            <a:r>
              <a:rPr lang="en-US" altLang="en-US" dirty="0"/>
              <a:t> </a:t>
            </a:r>
            <a:r>
              <a:rPr lang="en-US" altLang="en-US" dirty="0" err="1"/>
              <a:t>harus</a:t>
            </a:r>
            <a:r>
              <a:rPr lang="en-US" altLang="en-US" dirty="0"/>
              <a:t> </a:t>
            </a:r>
            <a:r>
              <a:rPr lang="en-US" altLang="en-US" dirty="0" err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gunakan</a:t>
            </a:r>
            <a:r>
              <a:rPr lang="en-US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method post, dan juga </a:t>
            </a:r>
            <a:r>
              <a:rPr lang="en-US" altLang="en-US" dirty="0" err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enctype</a:t>
            </a:r>
            <a:r>
              <a:rPr lang="en-US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multipart/form-data</a:t>
            </a:r>
          </a:p>
          <a:p>
            <a:endParaRPr lang="en-US" altLang="en-US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endParaRPr lang="en-US" altLang="en-US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marL="0" indent="0" algn="r">
              <a:buNone/>
            </a:pPr>
            <a:r>
              <a:rPr lang="en-US" dirty="0">
                <a:highlight>
                  <a:srgbClr val="00FFFF"/>
                </a:highlight>
                <a:sym typeface="+mn-ea"/>
                <a:hlinkClick r:id="rId2" action="ppaction://hlinksldjump">
                  <a:extLst>
                    <a:ext uri="{DAF060AB-1E55-43B9-8AAB-6FB025537F2F}">
                      <wpsdc:hlinkUnderline xmlns="" xmlns:wpsdc="http://www.wps.cn/officeDocument/2017/drawingmlCustomData" val="1"/>
                    </a:ext>
                  </a:extLst>
                </a:hlinkClick>
              </a:rPr>
              <a:t>Materi (home)</a:t>
            </a:r>
            <a:endParaRPr lang="en-US" altLang="en-US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/>
          <a:lstStyle/>
          <a:p>
            <a:r>
              <a:rPr lang="en-US"/>
              <a:t>Contoh penulisan input file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90750"/>
            <a:ext cx="1051560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>
            <a:normAutofit/>
          </a:bodyPr>
          <a:lstStyle/>
          <a:p>
            <a:r>
              <a:rPr lang="en-US"/>
              <a:t>dalam penulisan ini file dikirim bisa dilihat di inspect dan di network nya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2815" y="1825625"/>
            <a:ext cx="1032573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B0F0"/>
          </a:solidFill>
        </p:spPr>
        <p:txBody>
          <a:bodyPr>
            <a:normAutofit/>
          </a:bodyPr>
          <a:lstStyle/>
          <a:p>
            <a:pPr algn="ctr"/>
            <a:r>
              <a:rPr lang="en-US" altLang="en-US"/>
              <a:t>20 - Input Hidden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lstStyle/>
          <a:p>
            <a:pPr marL="0" indent="0">
              <a:buNone/>
            </a:pPr>
            <a:r>
              <a:rPr lang="en-US" altLang="en-US" dirty="0"/>
              <a:t>Input Hidden</a:t>
            </a:r>
          </a:p>
          <a:p>
            <a:r>
              <a:rPr lang="en-US" altLang="en-US" dirty="0"/>
              <a:t>Di HTML, </a:t>
            </a:r>
            <a:r>
              <a:rPr lang="en-US" altLang="en-US" dirty="0" err="1"/>
              <a:t>terdapat</a:t>
            </a:r>
            <a:r>
              <a:rPr lang="en-US" altLang="en-US" dirty="0"/>
              <a:t> </a:t>
            </a:r>
            <a:r>
              <a:rPr lang="en-US" altLang="en-US" dirty="0" err="1"/>
              <a:t>fitur</a:t>
            </a:r>
            <a:r>
              <a:rPr lang="en-US" altLang="en-US" dirty="0"/>
              <a:t> input type hidden</a:t>
            </a:r>
          </a:p>
          <a:p>
            <a:r>
              <a:rPr lang="en-US" altLang="en-US" dirty="0"/>
              <a:t>Input type hidden </a:t>
            </a:r>
            <a:r>
              <a:rPr lang="en-US" altLang="en-US" dirty="0" err="1"/>
              <a:t>artinya</a:t>
            </a:r>
            <a:r>
              <a:rPr lang="en-US" altLang="en-US" dirty="0"/>
              <a:t> input </a:t>
            </a:r>
            <a:r>
              <a:rPr lang="en-US" altLang="en-US" dirty="0" err="1"/>
              <a:t>datanya</a:t>
            </a:r>
            <a:r>
              <a:rPr lang="en-US" altLang="en-US" dirty="0"/>
              <a:t> </a:t>
            </a:r>
            <a:r>
              <a:rPr lang="en-US" altLang="en-US" dirty="0" err="1"/>
              <a:t>tidak</a:t>
            </a:r>
            <a:r>
              <a:rPr lang="en-US" altLang="en-US" dirty="0"/>
              <a:t> </a:t>
            </a:r>
            <a:r>
              <a:rPr lang="en-US" altLang="en-US" dirty="0" err="1"/>
              <a:t>terlihat</a:t>
            </a:r>
            <a:r>
              <a:rPr lang="en-US" altLang="en-US" dirty="0"/>
              <a:t> oleh </a:t>
            </a:r>
            <a:r>
              <a:rPr lang="en-US" altLang="en-US" dirty="0" err="1"/>
              <a:t>pengguna</a:t>
            </a:r>
            <a:r>
              <a:rPr lang="en-US" altLang="en-US" dirty="0"/>
              <a:t> Web</a:t>
            </a:r>
          </a:p>
          <a:p>
            <a:r>
              <a:rPr lang="en-US" altLang="en-US" dirty="0" err="1"/>
              <a:t>Biasanya</a:t>
            </a:r>
            <a:r>
              <a:rPr lang="en-US" altLang="en-US" dirty="0"/>
              <a:t> input data hidden </a:t>
            </a:r>
            <a:r>
              <a:rPr lang="en-US" altLang="en-US" dirty="0" err="1"/>
              <a:t>memang</a:t>
            </a:r>
            <a:r>
              <a:rPr lang="en-US" altLang="en-US" dirty="0"/>
              <a:t> </a:t>
            </a:r>
            <a:r>
              <a:rPr lang="en-US" altLang="en-US" dirty="0" err="1"/>
              <a:t>tidak</a:t>
            </a:r>
            <a:r>
              <a:rPr lang="en-US" altLang="en-US" dirty="0"/>
              <a:t> </a:t>
            </a:r>
            <a:r>
              <a:rPr lang="en-US" altLang="en-US" dirty="0" err="1"/>
              <a:t>dimaksudkan</a:t>
            </a:r>
            <a:r>
              <a:rPr lang="en-US" altLang="en-US" dirty="0"/>
              <a:t> </a:t>
            </a:r>
            <a:r>
              <a:rPr lang="en-US" altLang="en-US" dirty="0" err="1"/>
              <a:t>untuk</a:t>
            </a:r>
            <a:r>
              <a:rPr lang="en-US" altLang="en-US" dirty="0"/>
              <a:t> </a:t>
            </a:r>
            <a:r>
              <a:rPr lang="en-US" altLang="en-US" dirty="0" err="1"/>
              <a:t>diinputkan</a:t>
            </a:r>
            <a:r>
              <a:rPr lang="en-US" altLang="en-US" dirty="0"/>
              <a:t> oleh </a:t>
            </a:r>
            <a:r>
              <a:rPr lang="en-US" altLang="en-US" dirty="0" err="1"/>
              <a:t>pengguna</a:t>
            </a:r>
            <a:r>
              <a:rPr lang="en-US" altLang="en-US" dirty="0"/>
              <a:t>, </a:t>
            </a:r>
            <a:r>
              <a:rPr lang="en-US" altLang="en-US" dirty="0" err="1"/>
              <a:t>biasanya</a:t>
            </a:r>
            <a:r>
              <a:rPr lang="en-US" altLang="en-US" dirty="0"/>
              <a:t> pada </a:t>
            </a:r>
            <a:r>
              <a:rPr lang="en-US" altLang="en-US" dirty="0" err="1"/>
              <a:t>kasus-kasus</a:t>
            </a:r>
            <a:r>
              <a:rPr lang="en-US" altLang="en-US" dirty="0"/>
              <a:t> </a:t>
            </a:r>
            <a:r>
              <a:rPr lang="en-US" altLang="en-US" dirty="0" err="1"/>
              <a:t>tertentu</a:t>
            </a:r>
            <a:r>
              <a:rPr lang="en-US" altLang="en-US" dirty="0"/>
              <a:t> input data hidden </a:t>
            </a:r>
            <a:r>
              <a:rPr lang="en-US" altLang="en-US" dirty="0" err="1"/>
              <a:t>digunakan</a:t>
            </a:r>
            <a:r>
              <a:rPr lang="en-US" altLang="en-US" dirty="0"/>
              <a:t> </a:t>
            </a:r>
            <a:r>
              <a:rPr lang="en-US" altLang="en-US" dirty="0" err="1"/>
              <a:t>untuk</a:t>
            </a:r>
            <a:r>
              <a:rPr lang="en-US" altLang="en-US" dirty="0"/>
              <a:t> </a:t>
            </a:r>
            <a:r>
              <a:rPr lang="en-US" altLang="en-US" dirty="0" err="1"/>
              <a:t>informasi</a:t>
            </a:r>
            <a:r>
              <a:rPr lang="en-US" altLang="en-US" dirty="0"/>
              <a:t> yang </a:t>
            </a:r>
            <a:r>
              <a:rPr lang="en-US" altLang="en-US" dirty="0" err="1"/>
              <a:t>dibuat</a:t>
            </a:r>
            <a:r>
              <a:rPr lang="en-US" altLang="en-US" dirty="0"/>
              <a:t> </a:t>
            </a:r>
            <a:r>
              <a:rPr lang="en-US" altLang="en-US" dirty="0" err="1"/>
              <a:t>secara</a:t>
            </a:r>
            <a:r>
              <a:rPr lang="en-US" altLang="en-US" dirty="0"/>
              <a:t> </a:t>
            </a:r>
            <a:r>
              <a:rPr lang="en-US" altLang="en-US" dirty="0" err="1"/>
              <a:t>otomatis</a:t>
            </a:r>
            <a:r>
              <a:rPr lang="en-US" altLang="en-US" dirty="0"/>
              <a:t> oleh web </a:t>
            </a:r>
            <a:r>
              <a:rPr lang="en-US" altLang="en-US" dirty="0" err="1"/>
              <a:t>kita</a:t>
            </a:r>
            <a:r>
              <a:rPr lang="en-US" altLang="en-US" dirty="0"/>
              <a:t>, dan </a:t>
            </a:r>
            <a:r>
              <a:rPr lang="en-US" altLang="en-US" dirty="0" err="1"/>
              <a:t>tidak</a:t>
            </a:r>
            <a:r>
              <a:rPr lang="en-US" altLang="en-US" dirty="0"/>
              <a:t> </a:t>
            </a:r>
            <a:r>
              <a:rPr lang="en-US" altLang="en-US" dirty="0" err="1"/>
              <a:t>butuh</a:t>
            </a:r>
            <a:r>
              <a:rPr lang="en-US" altLang="en-US" dirty="0"/>
              <a:t> </a:t>
            </a:r>
            <a:r>
              <a:rPr lang="en-US" altLang="en-US" dirty="0" err="1"/>
              <a:t>diubah</a:t>
            </a:r>
            <a:r>
              <a:rPr lang="en-US" altLang="en-US" dirty="0"/>
              <a:t> </a:t>
            </a:r>
            <a:r>
              <a:rPr lang="en-US" altLang="en-US" dirty="0" err="1"/>
              <a:t>atau</a:t>
            </a:r>
            <a:r>
              <a:rPr lang="en-US" altLang="en-US" dirty="0"/>
              <a:t> </a:t>
            </a:r>
            <a:r>
              <a:rPr lang="en-US" altLang="en-US" dirty="0" err="1"/>
              <a:t>dilihat</a:t>
            </a:r>
            <a:r>
              <a:rPr lang="en-US" altLang="en-US" dirty="0"/>
              <a:t> oleh </a:t>
            </a:r>
            <a:r>
              <a:rPr lang="en-US" altLang="en-US" dirty="0" err="1"/>
              <a:t>pengguna</a:t>
            </a:r>
            <a:endParaRPr lang="en-US" altLang="en-US" dirty="0"/>
          </a:p>
          <a:p>
            <a:r>
              <a:rPr lang="en-US" altLang="en-US" dirty="0"/>
              <a:t>Misal </a:t>
            </a:r>
            <a:r>
              <a:rPr lang="en-US" altLang="en-US" dirty="0" err="1"/>
              <a:t>saat</a:t>
            </a:r>
            <a:r>
              <a:rPr lang="en-US" altLang="en-US" dirty="0"/>
              <a:t> </a:t>
            </a:r>
            <a:r>
              <a:rPr lang="en-US" altLang="en-US" dirty="0" err="1"/>
              <a:t>saya</a:t>
            </a:r>
            <a:r>
              <a:rPr lang="en-US" altLang="en-US" dirty="0"/>
              <a:t> </a:t>
            </a:r>
            <a:r>
              <a:rPr lang="en-US" altLang="en-US" dirty="0" err="1"/>
              <a:t>mengubah</a:t>
            </a:r>
            <a:r>
              <a:rPr lang="en-US" altLang="en-US" dirty="0"/>
              <a:t> nama </a:t>
            </a:r>
            <a:r>
              <a:rPr lang="en-US" altLang="en-US" dirty="0" err="1"/>
              <a:t>pengguna</a:t>
            </a:r>
            <a:r>
              <a:rPr lang="en-US" altLang="en-US" dirty="0"/>
              <a:t>, </a:t>
            </a:r>
            <a:r>
              <a:rPr lang="en-US" altLang="en-US" dirty="0" err="1"/>
              <a:t>kita</a:t>
            </a:r>
            <a:r>
              <a:rPr lang="en-US" altLang="en-US" dirty="0"/>
              <a:t> juga </a:t>
            </a:r>
            <a:r>
              <a:rPr lang="en-US" altLang="en-US" dirty="0" err="1"/>
              <a:t>mungkin</a:t>
            </a:r>
            <a:r>
              <a:rPr lang="en-US" altLang="en-US" dirty="0"/>
              <a:t> </a:t>
            </a:r>
            <a:r>
              <a:rPr lang="en-US" altLang="en-US" dirty="0" err="1"/>
              <a:t>harus</a:t>
            </a:r>
            <a:r>
              <a:rPr lang="en-US" altLang="en-US" dirty="0"/>
              <a:t> </a:t>
            </a:r>
            <a:r>
              <a:rPr lang="en-US" altLang="en-US" dirty="0" err="1"/>
              <a:t>tahu</a:t>
            </a:r>
            <a:r>
              <a:rPr lang="en-US" altLang="en-US" dirty="0"/>
              <a:t> </a:t>
            </a:r>
            <a:r>
              <a:rPr lang="en-US" altLang="en-US" dirty="0" err="1"/>
              <a:t>user_id</a:t>
            </a:r>
            <a:r>
              <a:rPr lang="en-US" altLang="en-US" dirty="0"/>
              <a:t> </a:t>
            </a:r>
            <a:r>
              <a:rPr lang="en-US" altLang="en-US" dirty="0" err="1"/>
              <a:t>dari</a:t>
            </a:r>
            <a:r>
              <a:rPr lang="en-US" altLang="en-US" dirty="0"/>
              <a:t> </a:t>
            </a:r>
            <a:r>
              <a:rPr lang="en-US" altLang="en-US" dirty="0" err="1"/>
              <a:t>pengguna</a:t>
            </a:r>
            <a:r>
              <a:rPr lang="en-US" altLang="en-US" dirty="0"/>
              <a:t>, </a:t>
            </a:r>
            <a:r>
              <a:rPr lang="en-US" altLang="en-US" dirty="0" err="1"/>
              <a:t>namun</a:t>
            </a:r>
            <a:r>
              <a:rPr lang="en-US" altLang="en-US" dirty="0"/>
              <a:t> </a:t>
            </a:r>
            <a:r>
              <a:rPr lang="en-US" altLang="en-US" dirty="0" err="1"/>
              <a:t>kita</a:t>
            </a:r>
            <a:r>
              <a:rPr lang="en-US" altLang="en-US" dirty="0"/>
              <a:t> </a:t>
            </a:r>
            <a:r>
              <a:rPr lang="en-US" altLang="en-US" dirty="0" err="1"/>
              <a:t>tidak</a:t>
            </a:r>
            <a:r>
              <a:rPr lang="en-US" altLang="en-US" dirty="0"/>
              <a:t> </a:t>
            </a:r>
            <a:r>
              <a:rPr lang="en-US" altLang="en-US" dirty="0" err="1"/>
              <a:t>mau</a:t>
            </a:r>
            <a:r>
              <a:rPr lang="en-US" altLang="en-US" dirty="0"/>
              <a:t> </a:t>
            </a:r>
            <a:r>
              <a:rPr lang="en-US" altLang="en-US" dirty="0" err="1"/>
              <a:t>user_id</a:t>
            </a:r>
            <a:r>
              <a:rPr lang="en-US" altLang="en-US" dirty="0"/>
              <a:t> </a:t>
            </a:r>
            <a:r>
              <a:rPr lang="en-US" altLang="en-US" dirty="0" err="1"/>
              <a:t>bisa</a:t>
            </a:r>
            <a:r>
              <a:rPr lang="en-US" altLang="en-US" dirty="0"/>
              <a:t> </a:t>
            </a:r>
            <a:r>
              <a:rPr lang="en-US" altLang="en-US" dirty="0" err="1"/>
              <a:t>diubah</a:t>
            </a:r>
            <a:r>
              <a:rPr lang="en-US" altLang="en-US" dirty="0"/>
              <a:t> oleh </a:t>
            </a:r>
            <a:r>
              <a:rPr lang="en-US" altLang="en-US" dirty="0" err="1"/>
              <a:t>pengguna</a:t>
            </a:r>
            <a:r>
              <a:rPr lang="en-US" altLang="en-US" dirty="0"/>
              <a:t>, </a:t>
            </a:r>
            <a:r>
              <a:rPr lang="en-US" altLang="en-US" dirty="0" err="1"/>
              <a:t>kita</a:t>
            </a:r>
            <a:r>
              <a:rPr lang="en-US" altLang="en-US" dirty="0"/>
              <a:t> </a:t>
            </a:r>
            <a:r>
              <a:rPr lang="en-US" altLang="en-US" dirty="0" err="1"/>
              <a:t>bisa</a:t>
            </a:r>
            <a:r>
              <a:rPr lang="en-US" altLang="en-US" dirty="0"/>
              <a:t> </a:t>
            </a:r>
            <a:r>
              <a:rPr lang="en-US" altLang="en-US" dirty="0" err="1"/>
              <a:t>menggunakan</a:t>
            </a:r>
            <a:r>
              <a:rPr lang="en-US" altLang="en-US" dirty="0"/>
              <a:t> input type hidden </a:t>
            </a:r>
            <a:r>
              <a:rPr lang="en-US" altLang="en-US" dirty="0" err="1"/>
              <a:t>untuk</a:t>
            </a:r>
            <a:r>
              <a:rPr lang="en-US" altLang="en-US" dirty="0"/>
              <a:t> </a:t>
            </a:r>
            <a:r>
              <a:rPr lang="en-US" altLang="en-US" dirty="0" err="1"/>
              <a:t>user_id</a:t>
            </a:r>
            <a:r>
              <a:rPr lang="en-US" altLang="en-US" dirty="0"/>
              <a:t> </a:t>
            </a:r>
            <a:r>
              <a:rPr lang="en-US" altLang="en-US" dirty="0" err="1"/>
              <a:t>nya</a:t>
            </a:r>
            <a:endParaRPr lang="en-US" altLang="en-US" dirty="0"/>
          </a:p>
          <a:p>
            <a:pPr marL="0" indent="0" algn="r">
              <a:buNone/>
            </a:pPr>
            <a:r>
              <a:rPr lang="en-US" dirty="0">
                <a:highlight>
                  <a:srgbClr val="00FFFF"/>
                </a:highlight>
                <a:sym typeface="+mn-ea"/>
                <a:hlinkClick r:id="rId2" action="ppaction://hlinksldjump">
                  <a:extLst>
                    <a:ext uri="{DAF060AB-1E55-43B9-8AAB-6FB025537F2F}">
                      <wpsdc:hlinkUnderline xmlns="" xmlns:wpsdc="http://www.wps.cn/officeDocument/2017/drawingmlCustomData" val="1"/>
                    </a:ext>
                  </a:extLst>
                </a:hlinkClick>
              </a:rPr>
              <a:t>Materi (home)</a:t>
            </a:r>
            <a:endParaRPr lang="en-US" altLang="en-US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marL="0" indent="0" algn="r">
              <a:buNone/>
            </a:pPr>
            <a:endParaRPr lang="en-US" altLang="en-US" dirty="0"/>
          </a:p>
          <a:p>
            <a:pPr marL="0" indent="0" algn="r"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/>
          <a:lstStyle/>
          <a:p>
            <a:r>
              <a:rPr lang="en-US"/>
              <a:t>Contoh penulisan input hidden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24050"/>
            <a:ext cx="10515600" cy="4346575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>
            <a:normAutofit fontScale="90000"/>
          </a:bodyPr>
          <a:lstStyle/>
          <a:p>
            <a:r>
              <a:rPr lang="en-US"/>
              <a:t>Saya memasukan nama heru dengan user id heru akan terkirim juga datanya meskipun tersebunyi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835" y="2171700"/>
            <a:ext cx="10515600" cy="359664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B0F0"/>
          </a:solidFill>
        </p:spPr>
        <p:txBody>
          <a:bodyPr>
            <a:normAutofit/>
          </a:bodyPr>
          <a:lstStyle/>
          <a:p>
            <a:pPr algn="ctr"/>
            <a:r>
              <a:rPr lang="en-US" altLang="en-US"/>
              <a:t>21 - Input Image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en-US" dirty="0"/>
              <a:t>Input Image</a:t>
            </a:r>
          </a:p>
          <a:p>
            <a:r>
              <a:rPr lang="en-US" altLang="en-US" dirty="0"/>
              <a:t>Input type image </a:t>
            </a:r>
            <a:r>
              <a:rPr lang="en-US" altLang="en-US" dirty="0" err="1"/>
              <a:t>bukan</a:t>
            </a:r>
            <a:r>
              <a:rPr lang="en-US" altLang="en-US" dirty="0"/>
              <a:t> </a:t>
            </a:r>
            <a:r>
              <a:rPr lang="en-US" altLang="en-US" dirty="0" err="1"/>
              <a:t>digunakan</a:t>
            </a:r>
            <a:r>
              <a:rPr lang="en-US" altLang="en-US" dirty="0"/>
              <a:t> </a:t>
            </a:r>
            <a:r>
              <a:rPr lang="en-US" altLang="en-US" dirty="0" err="1"/>
              <a:t>untuk</a:t>
            </a:r>
            <a:r>
              <a:rPr lang="en-US" altLang="en-US" dirty="0"/>
              <a:t> input </a:t>
            </a:r>
            <a:r>
              <a:rPr lang="en-US" altLang="en-US" dirty="0" err="1"/>
              <a:t>berupa</a:t>
            </a:r>
            <a:r>
              <a:rPr lang="en-US" altLang="en-US" dirty="0"/>
              <a:t> </a:t>
            </a:r>
            <a:r>
              <a:rPr lang="en-US" altLang="en-US" dirty="0" err="1"/>
              <a:t>berkas</a:t>
            </a:r>
            <a:r>
              <a:rPr lang="en-US" altLang="en-US" dirty="0"/>
              <a:t> </a:t>
            </a:r>
            <a:r>
              <a:rPr lang="en-US" altLang="en-US" dirty="0" err="1"/>
              <a:t>gambar</a:t>
            </a:r>
            <a:r>
              <a:rPr lang="en-US" altLang="en-US" dirty="0"/>
              <a:t>, </a:t>
            </a:r>
            <a:r>
              <a:rPr lang="en-US" altLang="en-US" dirty="0" err="1"/>
              <a:t>melainkan</a:t>
            </a:r>
            <a:r>
              <a:rPr lang="en-US" altLang="en-US" dirty="0"/>
              <a:t> </a:t>
            </a:r>
            <a:r>
              <a:rPr lang="en-US" altLang="en-US" dirty="0" err="1"/>
              <a:t>digunakan</a:t>
            </a:r>
            <a:r>
              <a:rPr lang="en-US" altLang="en-US" dirty="0"/>
              <a:t> </a:t>
            </a:r>
            <a:r>
              <a:rPr lang="en-US" altLang="en-US" dirty="0" err="1"/>
              <a:t>untuk</a:t>
            </a:r>
            <a:r>
              <a:rPr lang="en-US" altLang="en-US" dirty="0"/>
              <a:t> </a:t>
            </a:r>
            <a:r>
              <a:rPr lang="en-US" altLang="en-US" dirty="0" err="1"/>
              <a:t>membuat</a:t>
            </a:r>
            <a:r>
              <a:rPr lang="en-US" altLang="en-US" dirty="0"/>
              <a:t> </a:t>
            </a:r>
            <a:r>
              <a:rPr lang="en-US" altLang="en-US" dirty="0" err="1"/>
              <a:t>tombol</a:t>
            </a:r>
            <a:r>
              <a:rPr lang="en-US" altLang="en-US" dirty="0"/>
              <a:t> submit </a:t>
            </a:r>
            <a:r>
              <a:rPr lang="en-US" altLang="en-US" dirty="0" err="1"/>
              <a:t>namun</a:t>
            </a:r>
            <a:r>
              <a:rPr lang="en-US" altLang="en-US" dirty="0"/>
              <a:t> </a:t>
            </a:r>
            <a:r>
              <a:rPr lang="en-US" altLang="en-US" dirty="0" err="1"/>
              <a:t>berupa</a:t>
            </a:r>
            <a:r>
              <a:rPr lang="en-US" altLang="en-US" dirty="0"/>
              <a:t> </a:t>
            </a:r>
            <a:r>
              <a:rPr lang="en-US" altLang="en-US" dirty="0" err="1"/>
              <a:t>gambar</a:t>
            </a:r>
            <a:endParaRPr lang="en-US" altLang="en-US" dirty="0"/>
          </a:p>
          <a:p>
            <a:r>
              <a:rPr lang="en-US" altLang="en-US" dirty="0"/>
              <a:t>Input type button, submit </a:t>
            </a:r>
            <a:r>
              <a:rPr lang="en-US" altLang="en-US" dirty="0" err="1"/>
              <a:t>atau</a:t>
            </a:r>
            <a:r>
              <a:rPr lang="en-US" altLang="en-US" dirty="0"/>
              <a:t> reset </a:t>
            </a:r>
            <a:r>
              <a:rPr lang="en-US" altLang="en-US" dirty="0" err="1"/>
              <a:t>menggunakan</a:t>
            </a:r>
            <a:r>
              <a:rPr lang="en-US" altLang="en-US" dirty="0"/>
              <a:t> text </a:t>
            </a:r>
            <a:r>
              <a:rPr lang="en-US" altLang="en-US" dirty="0" err="1"/>
              <a:t>untuk</a:t>
            </a:r>
            <a:r>
              <a:rPr lang="en-US" altLang="en-US" dirty="0"/>
              <a:t> </a:t>
            </a:r>
            <a:r>
              <a:rPr lang="en-US" altLang="en-US" dirty="0" err="1"/>
              <a:t>tombolnya</a:t>
            </a:r>
            <a:r>
              <a:rPr lang="en-US" altLang="en-US" dirty="0"/>
              <a:t>, </a:t>
            </a:r>
            <a:r>
              <a:rPr lang="en-US" altLang="en-US" dirty="0" err="1"/>
              <a:t>sedangkan</a:t>
            </a:r>
            <a:r>
              <a:rPr lang="en-US" altLang="en-US" dirty="0"/>
              <a:t> image </a:t>
            </a:r>
            <a:r>
              <a:rPr lang="en-US" altLang="en-US" dirty="0" err="1"/>
              <a:t>menggunakan</a:t>
            </a:r>
            <a:r>
              <a:rPr lang="en-US" altLang="en-US" dirty="0"/>
              <a:t> </a:t>
            </a:r>
            <a:r>
              <a:rPr lang="en-US" altLang="en-US" dirty="0" err="1"/>
              <a:t>gambar</a:t>
            </a:r>
            <a:r>
              <a:rPr lang="en-US" altLang="en-US" dirty="0"/>
              <a:t> yang </a:t>
            </a:r>
            <a:r>
              <a:rPr lang="en-US" altLang="en-US" dirty="0" err="1"/>
              <a:t>bisa</a:t>
            </a:r>
            <a:r>
              <a:rPr lang="en-US" altLang="en-US" dirty="0"/>
              <a:t> </a:t>
            </a:r>
            <a:r>
              <a:rPr lang="en-US" altLang="en-US" dirty="0" err="1"/>
              <a:t>kita</a:t>
            </a:r>
            <a:r>
              <a:rPr lang="en-US" altLang="en-US" dirty="0"/>
              <a:t> </a:t>
            </a:r>
            <a:r>
              <a:rPr lang="en-US" altLang="en-US" dirty="0" err="1"/>
              <a:t>ubah</a:t>
            </a:r>
            <a:r>
              <a:rPr lang="en-US" altLang="en-US" dirty="0"/>
              <a:t> </a:t>
            </a:r>
            <a:r>
              <a:rPr lang="en-US" altLang="en-US" dirty="0" err="1"/>
              <a:t>menggunakan</a:t>
            </a:r>
            <a:r>
              <a:rPr lang="en-US" altLang="en-US" dirty="0"/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atribut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src</a:t>
            </a:r>
            <a:endParaRPr lang="en-US" altLang="en-US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r>
              <a:rPr lang="en-US" altLang="en-US" dirty="0"/>
              <a:t>Misal: </a:t>
            </a:r>
            <a:r>
              <a:rPr lang="en-US" altLang="en-US" dirty="0">
                <a:hlinkClick r:id="rId2" action="ppaction://hlinkfile"/>
              </a:rPr>
              <a:t>https://interactive-examples.mdn.mozilla.net/media/examples/login-button.png</a:t>
            </a:r>
          </a:p>
          <a:p>
            <a:pPr marL="0" indent="0" algn="r">
              <a:buNone/>
            </a:pPr>
            <a:r>
              <a:rPr lang="en-US" dirty="0">
                <a:highlight>
                  <a:srgbClr val="00FFFF"/>
                </a:highlight>
                <a:sym typeface="+mn-ea"/>
                <a:hlinkClick r:id="rId3" action="ppaction://hlinksldjump">
                  <a:extLst>
                    <a:ext uri="{DAF060AB-1E55-43B9-8AAB-6FB025537F2F}">
                      <wpsdc:hlinkUnderline xmlns="" xmlns:wpsdc="http://www.wps.cn/officeDocument/2017/drawingmlCustomData" val="1"/>
                    </a:ext>
                  </a:extLst>
                </a:hlinkClick>
              </a:rPr>
              <a:t>Materi (home)</a:t>
            </a:r>
            <a:endParaRPr lang="en-US" altLang="en-US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marL="0" indent="0" algn="r"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/>
          <a:lstStyle/>
          <a:p>
            <a:r>
              <a:rPr lang="en-US"/>
              <a:t>Contoh penulisan dengan input gambar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78330"/>
            <a:ext cx="10515600" cy="4260215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B0F0"/>
          </a:solidFill>
        </p:spPr>
        <p:txBody>
          <a:bodyPr>
            <a:normAutofit/>
          </a:bodyPr>
          <a:lstStyle/>
          <a:p>
            <a:pPr algn="ctr"/>
            <a:r>
              <a:rPr lang="en-US" altLang="en-US"/>
              <a:t>22 - Input Number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dirty="0"/>
              <a:t>Input Number</a:t>
            </a:r>
          </a:p>
          <a:p>
            <a:r>
              <a:rPr lang="en-US" altLang="en-US" dirty="0"/>
              <a:t>Input type number </a:t>
            </a:r>
            <a:r>
              <a:rPr lang="en-US" altLang="en-US" dirty="0" err="1"/>
              <a:t>adalah</a:t>
            </a:r>
            <a:r>
              <a:rPr lang="en-US" altLang="en-US" dirty="0"/>
              <a:t> input </a:t>
            </a:r>
            <a:r>
              <a:rPr lang="en-US" altLang="en-US" dirty="0" err="1"/>
              <a:t>untuk</a:t>
            </a:r>
            <a:r>
              <a:rPr lang="en-US" altLang="en-US" dirty="0"/>
              <a:t> </a:t>
            </a:r>
            <a:r>
              <a:rPr lang="en-US" altLang="en-US" dirty="0" err="1"/>
              <a:t>informasi</a:t>
            </a:r>
            <a:r>
              <a:rPr lang="en-US" altLang="en-US" dirty="0"/>
              <a:t> number </a:t>
            </a:r>
            <a:r>
              <a:rPr lang="en-US" altLang="en-US" dirty="0" err="1"/>
              <a:t>atau</a:t>
            </a:r>
            <a:r>
              <a:rPr lang="en-US" altLang="en-US" dirty="0"/>
              <a:t> </a:t>
            </a:r>
            <a:r>
              <a:rPr lang="en-US" altLang="en-US" dirty="0" err="1"/>
              <a:t>angka</a:t>
            </a:r>
            <a:endParaRPr lang="en-US" altLang="en-US" dirty="0"/>
          </a:p>
          <a:p>
            <a:r>
              <a:rPr lang="en-US" altLang="en-US" dirty="0"/>
              <a:t>Jika </a:t>
            </a:r>
            <a:r>
              <a:rPr lang="en-US" altLang="en-US" dirty="0" err="1"/>
              <a:t>kita</a:t>
            </a:r>
            <a:r>
              <a:rPr lang="en-US" altLang="en-US" dirty="0"/>
              <a:t> </a:t>
            </a:r>
            <a:r>
              <a:rPr lang="en-US" altLang="en-US" dirty="0" err="1"/>
              <a:t>menginputkan</a:t>
            </a:r>
            <a:r>
              <a:rPr lang="en-US" altLang="en-US" dirty="0"/>
              <a:t> </a:t>
            </a:r>
            <a:r>
              <a:rPr lang="en-US" altLang="en-US" dirty="0" err="1"/>
              <a:t>bukan</a:t>
            </a:r>
            <a:r>
              <a:rPr lang="en-US" altLang="en-US" dirty="0"/>
              <a:t> number </a:t>
            </a:r>
            <a:r>
              <a:rPr lang="en-US" altLang="en-US" dirty="0" err="1"/>
              <a:t>atau</a:t>
            </a:r>
            <a:r>
              <a:rPr lang="en-US" altLang="en-US" dirty="0"/>
              <a:t> </a:t>
            </a:r>
            <a:r>
              <a:rPr lang="en-US" altLang="en-US" dirty="0" err="1"/>
              <a:t>angka</a:t>
            </a:r>
            <a:r>
              <a:rPr lang="en-US" altLang="en-US" dirty="0"/>
              <a:t>, </a:t>
            </a:r>
            <a:r>
              <a:rPr lang="en-US" altLang="en-US" dirty="0" err="1"/>
              <a:t>secara</a:t>
            </a:r>
            <a:r>
              <a:rPr lang="en-US" altLang="en-US" dirty="0"/>
              <a:t> </a:t>
            </a:r>
            <a:r>
              <a:rPr lang="en-US" altLang="en-US" dirty="0" err="1"/>
              <a:t>otomatis</a:t>
            </a:r>
            <a:r>
              <a:rPr lang="en-US" altLang="en-US" dirty="0"/>
              <a:t> HTML </a:t>
            </a:r>
            <a:r>
              <a:rPr lang="en-US" altLang="en-US" dirty="0" err="1"/>
              <a:t>menganggap</a:t>
            </a:r>
            <a:r>
              <a:rPr lang="en-US" altLang="en-US" dirty="0"/>
              <a:t> </a:t>
            </a:r>
            <a:r>
              <a:rPr lang="en-US" altLang="en-US" dirty="0" err="1"/>
              <a:t>nilainya</a:t>
            </a:r>
            <a:r>
              <a:rPr lang="en-US" altLang="en-US" dirty="0"/>
              <a:t> </a:t>
            </a:r>
            <a:r>
              <a:rPr lang="en-US" altLang="en-US" dirty="0" err="1"/>
              <a:t>tidak</a:t>
            </a:r>
            <a:r>
              <a:rPr lang="en-US" altLang="en-US" dirty="0"/>
              <a:t> valid</a:t>
            </a:r>
          </a:p>
          <a:p>
            <a:r>
              <a:rPr lang="en-US" altLang="en-US" dirty="0" err="1"/>
              <a:t>Untuk</a:t>
            </a:r>
            <a:r>
              <a:rPr lang="en-US" altLang="en-US" dirty="0"/>
              <a:t> input type number, </a:t>
            </a:r>
            <a:r>
              <a:rPr lang="en-US" altLang="en-US" dirty="0" err="1"/>
              <a:t>kita</a:t>
            </a:r>
            <a:r>
              <a:rPr lang="en-US" altLang="en-US" dirty="0"/>
              <a:t> </a:t>
            </a:r>
            <a:r>
              <a:rPr lang="en-US" altLang="en-US" dirty="0" err="1"/>
              <a:t>bisa</a:t>
            </a:r>
            <a:r>
              <a:rPr lang="en-US" altLang="en-US" dirty="0"/>
              <a:t> </a:t>
            </a:r>
            <a:r>
              <a:rPr lang="en-US" altLang="en-US" dirty="0" err="1"/>
              <a:t>gunakan</a:t>
            </a:r>
            <a:r>
              <a:rPr lang="en-US" altLang="en-US" dirty="0"/>
              <a:t> </a:t>
            </a:r>
            <a:r>
              <a:rPr lang="en-US" altLang="en-US" dirty="0" err="1"/>
              <a:t>atribut</a:t>
            </a:r>
            <a:r>
              <a:rPr lang="en-US" altLang="en-US" dirty="0"/>
              <a:t> </a:t>
            </a:r>
            <a:r>
              <a:rPr lang="en-US" altLang="en-US" dirty="0" err="1"/>
              <a:t>tambahkan</a:t>
            </a:r>
            <a:r>
              <a:rPr lang="en-US" altLang="en-US" dirty="0"/>
              <a:t> </a:t>
            </a:r>
            <a:r>
              <a:rPr lang="en-US" altLang="en-US" dirty="0" err="1"/>
              <a:t>yaitu</a:t>
            </a:r>
            <a:r>
              <a:rPr lang="en-US" altLang="en-US" dirty="0"/>
              <a:t> min dan max</a:t>
            </a:r>
          </a:p>
          <a:p>
            <a:r>
              <a:rPr lang="en-US" altLang="en-US" dirty="0"/>
              <a:t>min </a:t>
            </a:r>
            <a:r>
              <a:rPr lang="en-US" altLang="en-US" dirty="0" err="1"/>
              <a:t>digunakan</a:t>
            </a:r>
            <a:r>
              <a:rPr lang="en-US" altLang="en-US" dirty="0"/>
              <a:t> </a:t>
            </a:r>
            <a:r>
              <a:rPr lang="en-US" altLang="en-US" dirty="0" err="1"/>
              <a:t>untuk</a:t>
            </a:r>
            <a:r>
              <a:rPr lang="en-US" altLang="en-US" dirty="0"/>
              <a:t> </a:t>
            </a:r>
            <a:r>
              <a:rPr lang="en-US" altLang="en-US" dirty="0" err="1"/>
              <a:t>mengatur</a:t>
            </a:r>
            <a:r>
              <a:rPr lang="en-US" altLang="en-US" dirty="0"/>
              <a:t> </a:t>
            </a:r>
            <a:r>
              <a:rPr lang="en-US" altLang="en-US" dirty="0" err="1"/>
              <a:t>nilai</a:t>
            </a:r>
            <a:r>
              <a:rPr lang="en-US" altLang="en-US" dirty="0"/>
              <a:t> minimal</a:t>
            </a:r>
          </a:p>
          <a:p>
            <a:r>
              <a:rPr lang="en-US" altLang="en-US" dirty="0"/>
              <a:t>max </a:t>
            </a:r>
            <a:r>
              <a:rPr lang="en-US" altLang="en-US" dirty="0" err="1"/>
              <a:t>digunakan</a:t>
            </a:r>
            <a:r>
              <a:rPr lang="en-US" altLang="en-US" dirty="0"/>
              <a:t> </a:t>
            </a:r>
            <a:r>
              <a:rPr lang="en-US" altLang="en-US" dirty="0" err="1"/>
              <a:t>untuk</a:t>
            </a:r>
            <a:r>
              <a:rPr lang="en-US" altLang="en-US" dirty="0"/>
              <a:t> </a:t>
            </a:r>
            <a:r>
              <a:rPr lang="en-US" altLang="en-US" dirty="0" err="1"/>
              <a:t>mengatur</a:t>
            </a:r>
            <a:r>
              <a:rPr lang="en-US" altLang="en-US" dirty="0"/>
              <a:t> </a:t>
            </a:r>
            <a:r>
              <a:rPr lang="en-US" altLang="en-US" dirty="0" err="1"/>
              <a:t>nilai</a:t>
            </a:r>
            <a:r>
              <a:rPr lang="en-US" altLang="en-US" dirty="0"/>
              <a:t> </a:t>
            </a:r>
            <a:r>
              <a:rPr lang="en-US" altLang="en-US" dirty="0" err="1"/>
              <a:t>maksimal</a:t>
            </a:r>
            <a:endParaRPr lang="en-US" altLang="en-US" dirty="0"/>
          </a:p>
          <a:p>
            <a:pPr marL="0" indent="0" algn="r">
              <a:buNone/>
            </a:pPr>
            <a:r>
              <a:rPr lang="en-US" dirty="0">
                <a:highlight>
                  <a:srgbClr val="00FFFF"/>
                </a:highlight>
                <a:sym typeface="+mn-ea"/>
                <a:hlinkClick r:id="rId2" action="ppaction://hlinksldjump">
                  <a:extLst>
                    <a:ext uri="{DAF060AB-1E55-43B9-8AAB-6FB025537F2F}">
                      <wpsdc:hlinkUnderline xmlns="" xmlns:wpsdc="http://www.wps.cn/officeDocument/2017/drawingmlCustomData" val="1"/>
                    </a:ext>
                  </a:extLst>
                </a:hlinkClick>
              </a:rPr>
              <a:t>Materi (home)</a:t>
            </a:r>
            <a:endParaRPr lang="en-US" altLang="en-US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marL="0" indent="0" algn="r"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/>
          <a:lstStyle/>
          <a:p>
            <a:r>
              <a:rPr lang="en-US"/>
              <a:t>Contoh penulisan input number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68170"/>
            <a:ext cx="10515600" cy="45339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B0F0"/>
          </a:solidFill>
        </p:spPr>
        <p:txBody>
          <a:bodyPr>
            <a:normAutofit/>
          </a:bodyPr>
          <a:lstStyle/>
          <a:p>
            <a:pPr algn="ctr"/>
            <a:r>
              <a:rPr lang="en-US" altLang="en-US"/>
              <a:t>23 - Input Password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dirty="0"/>
              <a:t>Input Password</a:t>
            </a:r>
          </a:p>
          <a:p>
            <a:r>
              <a:rPr lang="en-US" altLang="en-US" dirty="0"/>
              <a:t>Input type password </a:t>
            </a:r>
            <a:r>
              <a:rPr lang="en-US" altLang="en-US" dirty="0" err="1"/>
              <a:t>adalah</a:t>
            </a:r>
            <a:r>
              <a:rPr lang="en-US" altLang="en-US" dirty="0"/>
              <a:t> input </a:t>
            </a:r>
            <a:r>
              <a:rPr lang="en-US" altLang="en-US" dirty="0" err="1"/>
              <a:t>untuk</a:t>
            </a:r>
            <a:r>
              <a:rPr lang="en-US" altLang="en-US" dirty="0"/>
              <a:t> </a:t>
            </a:r>
            <a:r>
              <a:rPr lang="en-US" altLang="en-US" dirty="0" err="1"/>
              <a:t>informasi</a:t>
            </a:r>
            <a:r>
              <a:rPr lang="en-US" altLang="en-US" dirty="0"/>
              <a:t> </a:t>
            </a:r>
            <a:r>
              <a:rPr lang="en-US" altLang="en-US" dirty="0" err="1"/>
              <a:t>teks</a:t>
            </a:r>
            <a:r>
              <a:rPr lang="en-US" altLang="en-US" dirty="0"/>
              <a:t> </a:t>
            </a:r>
            <a:r>
              <a:rPr lang="en-US" altLang="en-US" dirty="0" err="1"/>
              <a:t>sama</a:t>
            </a:r>
            <a:r>
              <a:rPr lang="en-US" altLang="en-US" dirty="0"/>
              <a:t> </a:t>
            </a:r>
            <a:r>
              <a:rPr lang="en-US" altLang="en-US" dirty="0" err="1"/>
              <a:t>seperti</a:t>
            </a:r>
            <a:r>
              <a:rPr lang="en-US" altLang="en-US" dirty="0"/>
              <a:t> input type text, </a:t>
            </a:r>
            <a:r>
              <a:rPr lang="en-US" altLang="en-US" dirty="0" err="1"/>
              <a:t>namun</a:t>
            </a:r>
            <a:r>
              <a:rPr lang="en-US" altLang="en-US" dirty="0"/>
              <a:t> pada 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input type password</a:t>
            </a:r>
            <a:r>
              <a:rPr lang="en-US" altLang="en-US" dirty="0"/>
              <a:t>,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karakter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akan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di masking (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tidak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ditampilkan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)</a:t>
            </a:r>
            <a:endParaRPr lang="en-US" altLang="en-US" dirty="0"/>
          </a:p>
          <a:p>
            <a:r>
              <a:rPr lang="en-US" altLang="en-US" dirty="0"/>
              <a:t>Input type password sangat </a:t>
            </a:r>
            <a:r>
              <a:rPr lang="en-US" altLang="en-US" dirty="0" err="1"/>
              <a:t>cocok</a:t>
            </a:r>
            <a:r>
              <a:rPr lang="en-US" altLang="en-US" dirty="0"/>
              <a:t> </a:t>
            </a:r>
            <a:r>
              <a:rPr lang="en-US" altLang="en-US" dirty="0" err="1"/>
              <a:t>untuk</a:t>
            </a:r>
            <a:r>
              <a:rPr lang="en-US" altLang="en-US" dirty="0"/>
              <a:t> input </a:t>
            </a:r>
            <a:r>
              <a:rPr lang="en-US" altLang="en-US" dirty="0" err="1"/>
              <a:t>teks</a:t>
            </a:r>
            <a:r>
              <a:rPr lang="en-US" altLang="en-US" dirty="0"/>
              <a:t> yang </a:t>
            </a:r>
            <a:r>
              <a:rPr lang="en-US" altLang="en-US" dirty="0" err="1"/>
              <a:t>rahasia</a:t>
            </a:r>
            <a:r>
              <a:rPr lang="en-US" altLang="en-US" dirty="0"/>
              <a:t>, </a:t>
            </a:r>
            <a:r>
              <a:rPr lang="en-US" altLang="en-US" dirty="0" err="1"/>
              <a:t>sehingga</a:t>
            </a:r>
            <a:r>
              <a:rPr lang="en-US" altLang="en-US" dirty="0"/>
              <a:t> </a:t>
            </a:r>
            <a:r>
              <a:rPr lang="en-US" altLang="en-US" dirty="0" err="1"/>
              <a:t>tidak</a:t>
            </a:r>
            <a:r>
              <a:rPr lang="en-US" altLang="en-US" dirty="0"/>
              <a:t> </a:t>
            </a:r>
            <a:r>
              <a:rPr lang="en-US" altLang="en-US" dirty="0" err="1"/>
              <a:t>bisa</a:t>
            </a:r>
            <a:r>
              <a:rPr lang="en-US" altLang="en-US" dirty="0"/>
              <a:t> </a:t>
            </a:r>
            <a:r>
              <a:rPr lang="en-US" altLang="en-US" dirty="0" err="1"/>
              <a:t>diintip</a:t>
            </a:r>
            <a:r>
              <a:rPr lang="en-US" altLang="en-US" dirty="0"/>
              <a:t> oleh orang lain</a:t>
            </a:r>
          </a:p>
          <a:p>
            <a:endParaRPr lang="en-US" altLang="en-US" dirty="0"/>
          </a:p>
          <a:p>
            <a:endParaRPr lang="en-US" altLang="en-US" dirty="0"/>
          </a:p>
          <a:p>
            <a:pPr marL="0" indent="0" algn="r">
              <a:buNone/>
            </a:pPr>
            <a:r>
              <a:rPr lang="en-US" dirty="0">
                <a:highlight>
                  <a:srgbClr val="00FFFF"/>
                </a:highlight>
                <a:sym typeface="+mn-ea"/>
                <a:hlinkClick r:id="rId2" action="ppaction://hlinksldjump">
                  <a:extLst>
                    <a:ext uri="{DAF060AB-1E55-43B9-8AAB-6FB025537F2F}">
                      <wpsdc:hlinkUnderline xmlns="" xmlns:wpsdc="http://www.wps.cn/officeDocument/2017/drawingmlCustomData" val="1"/>
                    </a:ext>
                  </a:extLst>
                </a:hlinkClick>
              </a:rPr>
              <a:t>Materi (home)</a:t>
            </a:r>
            <a:endParaRPr lang="en-US" altLang="en-US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/>
          <a:lstStyle/>
          <a:p>
            <a:r>
              <a:rPr lang="en-US"/>
              <a:t>Contoh penuliskan input password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38680"/>
            <a:ext cx="10515600" cy="372491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B0F0"/>
          </a:solidFill>
        </p:spPr>
        <p:txBody>
          <a:bodyPr>
            <a:normAutofit/>
          </a:bodyPr>
          <a:lstStyle/>
          <a:p>
            <a:pPr algn="ctr"/>
            <a:r>
              <a:rPr lang="en-US" altLang="en-US"/>
              <a:t>24 - Input Radio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dirty="0"/>
              <a:t>Input Radio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Input type radio</a:t>
            </a:r>
            <a:r>
              <a:rPr lang="en-US" altLang="en-US" dirty="0"/>
              <a:t> </a:t>
            </a:r>
            <a:r>
              <a:rPr lang="en-US" altLang="en-US" dirty="0" err="1"/>
              <a:t>merupakan</a:t>
            </a:r>
            <a:r>
              <a:rPr lang="en-US" altLang="en-US" dirty="0"/>
              <a:t> input </a:t>
            </a:r>
            <a:r>
              <a:rPr lang="en-US" altLang="en-US" dirty="0" err="1"/>
              <a:t>untuk</a:t>
            </a:r>
            <a:r>
              <a:rPr lang="en-US" altLang="en-US" dirty="0"/>
              <a:t> </a:t>
            </a:r>
            <a:r>
              <a:rPr lang="en-US" altLang="en-US" dirty="0" err="1"/>
              <a:t>informasi</a:t>
            </a:r>
            <a:r>
              <a:rPr lang="en-US" altLang="en-US" dirty="0"/>
              <a:t> </a:t>
            </a:r>
            <a:r>
              <a:rPr lang="en-US" altLang="en-US" dirty="0" err="1"/>
              <a:t>pilihan</a:t>
            </a:r>
            <a:endParaRPr lang="en-US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Pada checkbox,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kita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bisa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memilih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lebih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dari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satu</a:t>
            </a:r>
            <a:r>
              <a:rPr lang="en-US" altLang="en-US" dirty="0"/>
              <a:t> checkbox </a:t>
            </a:r>
            <a:r>
              <a:rPr lang="en-US" altLang="en-US" dirty="0" err="1"/>
              <a:t>walaupun</a:t>
            </a:r>
            <a:r>
              <a:rPr lang="en-US" altLang="en-US" dirty="0"/>
              <a:t> </a:t>
            </a:r>
            <a:r>
              <a:rPr lang="en-US" altLang="en-US" dirty="0" err="1"/>
              <a:t>menggunakan</a:t>
            </a:r>
            <a:r>
              <a:rPr lang="en-US" altLang="en-US" dirty="0"/>
              <a:t> name yang </a:t>
            </a:r>
            <a:r>
              <a:rPr lang="en-US" altLang="en-US" dirty="0" err="1"/>
              <a:t>sama</a:t>
            </a:r>
            <a:endParaRPr lang="en-US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dirty="0" err="1"/>
              <a:t>Sedangkan</a:t>
            </a:r>
            <a:r>
              <a:rPr lang="en-US" altLang="en-US" dirty="0"/>
              <a:t> pada radio,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kita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hanya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bisa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memilih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salah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satu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saja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radio pada input name yang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sama</a:t>
            </a:r>
            <a:r>
              <a:rPr lang="en-US" altLang="en-US" dirty="0"/>
              <a:t> Input </a:t>
            </a:r>
            <a:r>
              <a:rPr lang="en-US" altLang="en-US" dirty="0" err="1"/>
              <a:t>ini</a:t>
            </a:r>
            <a:r>
              <a:rPr lang="en-US" altLang="en-US" dirty="0"/>
              <a:t> </a:t>
            </a:r>
            <a:r>
              <a:rPr lang="en-US" altLang="en-US" dirty="0" err="1"/>
              <a:t>cocok</a:t>
            </a:r>
            <a:r>
              <a:rPr lang="en-US" altLang="en-US" dirty="0"/>
              <a:t> </a:t>
            </a:r>
            <a:r>
              <a:rPr lang="en-US" altLang="en-US" dirty="0" err="1"/>
              <a:t>untuk</a:t>
            </a:r>
            <a:r>
              <a:rPr lang="en-US" altLang="en-US" dirty="0"/>
              <a:t> input data </a:t>
            </a:r>
            <a:r>
              <a:rPr lang="en-US" altLang="en-US" dirty="0" err="1"/>
              <a:t>pilihan</a:t>
            </a:r>
            <a:r>
              <a:rPr lang="en-US" altLang="en-US" dirty="0"/>
              <a:t> </a:t>
            </a:r>
            <a:r>
              <a:rPr lang="en-US" altLang="en-US" dirty="0" err="1"/>
              <a:t>ganda</a:t>
            </a:r>
            <a:r>
              <a:rPr lang="en-US" altLang="en-US" dirty="0"/>
              <a:t> </a:t>
            </a:r>
            <a:r>
              <a:rPr lang="en-US" altLang="en-US" dirty="0" err="1"/>
              <a:t>misalnya</a:t>
            </a:r>
            <a:endParaRPr lang="en-US" altLang="en-US" dirty="0"/>
          </a:p>
          <a:p>
            <a:pPr>
              <a:buFont typeface="Arial" panose="020B0604020202020204" pitchFamily="34" charset="0"/>
              <a:buChar char="•"/>
            </a:pPr>
            <a:endParaRPr lang="en-US" altLang="en-US" dirty="0"/>
          </a:p>
          <a:p>
            <a:pPr marL="0" indent="0" algn="r">
              <a:buNone/>
            </a:pPr>
            <a:r>
              <a:rPr lang="en-US" dirty="0">
                <a:highlight>
                  <a:srgbClr val="00FFFF"/>
                </a:highlight>
                <a:sym typeface="+mn-ea"/>
                <a:hlinkClick r:id="rId2" action="ppaction://hlinksldjump">
                  <a:extLst>
                    <a:ext uri="{DAF060AB-1E55-43B9-8AAB-6FB025537F2F}">
                      <wpsdc:hlinkUnderline xmlns="" xmlns:wpsdc="http://www.wps.cn/officeDocument/2017/drawingmlCustomData" val="1"/>
                    </a:ext>
                  </a:extLst>
                </a:hlinkClick>
              </a:rPr>
              <a:t>Materi (home)</a:t>
            </a:r>
            <a:endParaRPr lang="en-US" altLang="en-US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/>
          <a:lstStyle/>
          <a:p>
            <a:r>
              <a:rPr lang="en-US"/>
              <a:t>Contoh Penulisan Input-radio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835" y="1825625"/>
            <a:ext cx="10514965" cy="461899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B0F0"/>
          </a:solidFill>
        </p:spPr>
        <p:txBody>
          <a:bodyPr/>
          <a:lstStyle/>
          <a:p>
            <a:pPr algn="ctr"/>
            <a:r>
              <a:rPr lang="en-US"/>
              <a:t>25 Input Range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altLang="en-US" dirty="0"/>
              <a:t>Input Range</a:t>
            </a:r>
          </a:p>
          <a:p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Input type range </a:t>
            </a:r>
            <a:r>
              <a:rPr lang="en-US" altLang="en-US" dirty="0" err="1"/>
              <a:t>adalah</a:t>
            </a:r>
            <a:r>
              <a:rPr lang="en-US" altLang="en-US" dirty="0"/>
              <a:t> input </a:t>
            </a:r>
            <a:r>
              <a:rPr lang="en-US" altLang="en-US" dirty="0" err="1"/>
              <a:t>untuk</a:t>
            </a:r>
            <a:r>
              <a:rPr lang="en-US" altLang="en-US" dirty="0"/>
              <a:t> number/</a:t>
            </a:r>
            <a:r>
              <a:rPr lang="en-US" altLang="en-US" dirty="0" err="1"/>
              <a:t>angka</a:t>
            </a:r>
            <a:r>
              <a:rPr lang="en-US" altLang="en-US" dirty="0"/>
              <a:t> </a:t>
            </a:r>
            <a:r>
              <a:rPr lang="en-US" altLang="en-US" dirty="0" err="1"/>
              <a:t>namun</a:t>
            </a:r>
            <a:r>
              <a:rPr lang="en-US" altLang="en-US" dirty="0"/>
              <a:t> </a:t>
            </a:r>
            <a:r>
              <a:rPr lang="en-US" altLang="en-US" dirty="0" err="1"/>
              <a:t>ditentukan</a:t>
            </a:r>
            <a:r>
              <a:rPr lang="en-US" altLang="en-US" dirty="0"/>
              <a:t> </a:t>
            </a:r>
            <a:r>
              <a:rPr lang="en-US" altLang="en-US" dirty="0" err="1"/>
              <a:t>jangkauan</a:t>
            </a:r>
            <a:r>
              <a:rPr lang="en-US" altLang="en-US" dirty="0"/>
              <a:t> minimal dan minimal </a:t>
            </a:r>
            <a:r>
              <a:rPr lang="en-US" altLang="en-US" dirty="0" err="1"/>
              <a:t>nya</a:t>
            </a:r>
            <a:endParaRPr lang="en-US" altLang="en-US" dirty="0"/>
          </a:p>
          <a:p>
            <a:r>
              <a:rPr lang="en-US" altLang="en-US" dirty="0"/>
              <a:t>Ini </a:t>
            </a:r>
            <a:r>
              <a:rPr lang="en-US" altLang="en-US" dirty="0" err="1"/>
              <a:t>mirip</a:t>
            </a:r>
            <a:r>
              <a:rPr lang="en-US" altLang="en-US" dirty="0"/>
              <a:t> </a:t>
            </a:r>
            <a:r>
              <a:rPr lang="en-US" altLang="en-US" dirty="0" err="1"/>
              <a:t>seperti</a:t>
            </a:r>
            <a:r>
              <a:rPr lang="en-US" altLang="en-US" dirty="0"/>
              <a:t> input number, yang </a:t>
            </a:r>
            <a:r>
              <a:rPr lang="en-US" altLang="en-US" dirty="0" err="1"/>
              <a:t>membedakan</a:t>
            </a:r>
            <a:r>
              <a:rPr lang="en-US" altLang="en-US" dirty="0"/>
              <a:t> </a:t>
            </a:r>
            <a:r>
              <a:rPr lang="en-US" altLang="en-US" dirty="0" err="1"/>
              <a:t>adalah</a:t>
            </a:r>
            <a:r>
              <a:rPr lang="en-US" altLang="en-US" dirty="0"/>
              <a:t>, </a:t>
            </a:r>
            <a:r>
              <a:rPr lang="en-US" altLang="en-US" dirty="0" err="1"/>
              <a:t>bentuk</a:t>
            </a:r>
            <a:r>
              <a:rPr lang="en-US" altLang="en-US" dirty="0"/>
              <a:t> </a:t>
            </a:r>
            <a:r>
              <a:rPr lang="en-US" altLang="en-US" dirty="0" err="1"/>
              <a:t>komponen</a:t>
            </a:r>
            <a:r>
              <a:rPr lang="en-US" altLang="en-US" dirty="0"/>
              <a:t> </a:t>
            </a:r>
            <a:r>
              <a:rPr lang="en-US" altLang="en-US" dirty="0" err="1"/>
              <a:t>inputnya</a:t>
            </a:r>
            <a:r>
              <a:rPr lang="en-US" altLang="en-US" dirty="0"/>
              <a:t> </a:t>
            </a:r>
            <a:r>
              <a:rPr lang="en-US" altLang="en-US" dirty="0" err="1"/>
              <a:t>tidak</a:t>
            </a:r>
            <a:r>
              <a:rPr lang="en-US" altLang="en-US" dirty="0"/>
              <a:t> </a:t>
            </a:r>
            <a:r>
              <a:rPr lang="en-US" altLang="en-US" dirty="0" err="1"/>
              <a:t>seperti</a:t>
            </a:r>
            <a:r>
              <a:rPr lang="en-US" altLang="en-US" dirty="0"/>
              <a:t> input text, </a:t>
            </a:r>
            <a:r>
              <a:rPr lang="en-US" altLang="en-US" dirty="0" err="1"/>
              <a:t>melainkan</a:t>
            </a:r>
            <a:r>
              <a:rPr lang="en-US" altLang="en-US" dirty="0"/>
              <a:t> </a:t>
            </a:r>
            <a:r>
              <a:rPr lang="en-US" altLang="en-US" dirty="0" err="1"/>
              <a:t>dalam</a:t>
            </a:r>
            <a:r>
              <a:rPr lang="en-US" altLang="en-US" dirty="0"/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bentuk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slider, yang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bisa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di slide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ke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kiri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untuk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menurunkan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nilai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dan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ke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kanan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untuk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menaikkan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nilai</a:t>
            </a:r>
            <a:endParaRPr lang="en-US" altLang="en-US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r>
              <a:rPr lang="en-US" altLang="en-US" dirty="0" err="1"/>
              <a:t>Secara</a:t>
            </a:r>
            <a:r>
              <a:rPr lang="en-US" altLang="en-US" dirty="0"/>
              <a:t> default, </a:t>
            </a:r>
            <a:r>
              <a:rPr lang="en-US" altLang="en-US" dirty="0" err="1"/>
              <a:t>nilai</a:t>
            </a:r>
            <a:r>
              <a:rPr lang="en-US" altLang="en-US" dirty="0"/>
              <a:t> range naik </a:t>
            </a:r>
            <a:r>
              <a:rPr lang="en-US" altLang="en-US" dirty="0" err="1"/>
              <a:t>bertahap</a:t>
            </a:r>
            <a:r>
              <a:rPr lang="en-US" altLang="en-US" dirty="0"/>
              <a:t> </a:t>
            </a:r>
            <a:r>
              <a:rPr lang="en-US" altLang="en-US" dirty="0" err="1"/>
              <a:t>sebanyak</a:t>
            </a:r>
            <a:r>
              <a:rPr lang="en-US" altLang="en-US" dirty="0"/>
              <a:t> +1 </a:t>
            </a:r>
            <a:r>
              <a:rPr lang="en-US" altLang="en-US" dirty="0" err="1"/>
              <a:t>atau</a:t>
            </a:r>
            <a:r>
              <a:rPr lang="en-US" altLang="en-US" dirty="0"/>
              <a:t> </a:t>
            </a:r>
            <a:r>
              <a:rPr lang="en-US" altLang="en-US" dirty="0" err="1"/>
              <a:t>berkurang</a:t>
            </a:r>
            <a:r>
              <a:rPr lang="en-US" altLang="en-US" dirty="0"/>
              <a:t> sebanyak-1, </a:t>
            </a:r>
            <a:r>
              <a:rPr lang="en-US" altLang="en-US" dirty="0" err="1"/>
              <a:t>namun</a:t>
            </a:r>
            <a:r>
              <a:rPr lang="en-US" altLang="en-US" dirty="0"/>
              <a:t> </a:t>
            </a:r>
            <a:r>
              <a:rPr lang="en-US" altLang="en-US" dirty="0" err="1"/>
              <a:t>jika</a:t>
            </a:r>
            <a:r>
              <a:rPr lang="en-US" altLang="en-US" dirty="0"/>
              <a:t> </a:t>
            </a:r>
            <a:r>
              <a:rPr lang="en-US" altLang="en-US" dirty="0" err="1"/>
              <a:t>kita</a:t>
            </a:r>
            <a:r>
              <a:rPr lang="en-US" altLang="en-US" dirty="0"/>
              <a:t> </a:t>
            </a:r>
            <a:r>
              <a:rPr lang="en-US" altLang="en-US" dirty="0" err="1"/>
              <a:t>ingin</a:t>
            </a:r>
            <a:r>
              <a:rPr lang="en-US" altLang="en-US" dirty="0"/>
              <a:t> </a:t>
            </a:r>
            <a:r>
              <a:rPr lang="en-US" altLang="en-US" dirty="0" err="1"/>
              <a:t>mengubah</a:t>
            </a:r>
            <a:r>
              <a:rPr lang="en-US" altLang="en-US" dirty="0"/>
              <a:t> </a:t>
            </a:r>
            <a:r>
              <a:rPr lang="en-US" altLang="en-US" dirty="0" err="1"/>
              <a:t>nilai</a:t>
            </a:r>
            <a:r>
              <a:rPr lang="en-US" altLang="en-US" dirty="0"/>
              <a:t> naik dan </a:t>
            </a:r>
            <a:r>
              <a:rPr lang="en-US" altLang="en-US" dirty="0" err="1"/>
              <a:t>turun</a:t>
            </a:r>
            <a:r>
              <a:rPr lang="en-US" altLang="en-US" dirty="0"/>
              <a:t> </a:t>
            </a:r>
            <a:r>
              <a:rPr lang="en-US" altLang="en-US" dirty="0" err="1"/>
              <a:t>nya</a:t>
            </a:r>
            <a:r>
              <a:rPr lang="en-US" altLang="en-US" dirty="0"/>
              <a:t>, </a:t>
            </a:r>
            <a:r>
              <a:rPr lang="en-US" altLang="en-US" dirty="0" err="1"/>
              <a:t>kita</a:t>
            </a:r>
            <a:r>
              <a:rPr lang="en-US" altLang="en-US" dirty="0"/>
              <a:t> </a:t>
            </a:r>
            <a:r>
              <a:rPr lang="en-US" altLang="en-US" dirty="0" err="1"/>
              <a:t>bisa</a:t>
            </a:r>
            <a:r>
              <a:rPr lang="en-US" altLang="en-US" dirty="0"/>
              <a:t> </a:t>
            </a:r>
            <a:r>
              <a:rPr lang="en-US" altLang="en-US" dirty="0" err="1"/>
              <a:t>tambahkan</a:t>
            </a:r>
            <a:r>
              <a:rPr lang="en-US" altLang="en-US" dirty="0"/>
              <a:t> </a:t>
            </a:r>
            <a:r>
              <a:rPr lang="en-US" altLang="en-US" dirty="0" err="1"/>
              <a:t>atribute</a:t>
            </a:r>
            <a:r>
              <a:rPr lang="en-US" altLang="en-US" dirty="0"/>
              <a:t> step</a:t>
            </a:r>
          </a:p>
          <a:p>
            <a:pPr marL="0" indent="0" algn="r">
              <a:buNone/>
            </a:pPr>
            <a:r>
              <a:rPr lang="en-US" dirty="0">
                <a:highlight>
                  <a:srgbClr val="00FFFF"/>
                </a:highlight>
                <a:sym typeface="+mn-ea"/>
                <a:hlinkClick r:id="rId2" action="ppaction://hlinksldjump">
                  <a:extLst>
                    <a:ext uri="{DAF060AB-1E55-43B9-8AAB-6FB025537F2F}">
                      <wpsdc:hlinkUnderline xmlns="" xmlns:wpsdc="http://www.wps.cn/officeDocument/2017/drawingmlCustomData" val="1"/>
                    </a:ext>
                  </a:extLst>
                </a:hlinkClick>
              </a:rPr>
              <a:t>Materi (home)</a:t>
            </a:r>
            <a:endParaRPr lang="en-US" altLang="en-US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/>
          <a:lstStyle/>
          <a:p>
            <a:r>
              <a:rPr lang="en-US"/>
              <a:t>Contoh Penulisan Input range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93265"/>
            <a:ext cx="10515600" cy="422275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B0F0"/>
          </a:solidFill>
        </p:spPr>
        <p:txBody>
          <a:bodyPr/>
          <a:lstStyle/>
          <a:p>
            <a:pPr algn="ctr"/>
            <a:r>
              <a:rPr lang="en-US"/>
              <a:t>26 - Input Telepon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lstStyle/>
          <a:p>
            <a:pPr marL="0" indent="0">
              <a:buNone/>
            </a:pPr>
            <a:r>
              <a:rPr lang="en-US" altLang="en-US" dirty="0"/>
              <a:t>Input Telephone</a:t>
            </a:r>
          </a:p>
          <a:p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Input type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tel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dirty="0" err="1"/>
              <a:t>bisa</a:t>
            </a:r>
            <a:r>
              <a:rPr lang="en-US" altLang="en-US" dirty="0"/>
              <a:t> </a:t>
            </a:r>
            <a:r>
              <a:rPr lang="en-US" altLang="en-US" dirty="0" err="1"/>
              <a:t>digunakan</a:t>
            </a:r>
            <a:r>
              <a:rPr lang="en-US" altLang="en-US" dirty="0"/>
              <a:t> </a:t>
            </a:r>
            <a:r>
              <a:rPr lang="en-US" altLang="en-US" dirty="0" err="1"/>
              <a:t>untuk</a:t>
            </a:r>
            <a:r>
              <a:rPr lang="en-US" altLang="en-US" dirty="0"/>
              <a:t> input </a:t>
            </a:r>
            <a:r>
              <a:rPr lang="en-US" altLang="en-US" dirty="0" err="1"/>
              <a:t>informasi</a:t>
            </a:r>
            <a:r>
              <a:rPr lang="en-US" altLang="en-US" dirty="0"/>
              <a:t> </a:t>
            </a:r>
            <a:r>
              <a:rPr lang="en-US" altLang="en-US" dirty="0" err="1"/>
              <a:t>telepon</a:t>
            </a:r>
            <a:endParaRPr lang="en-US" altLang="en-US" dirty="0"/>
          </a:p>
          <a:p>
            <a:r>
              <a:rPr lang="en-US" altLang="en-US" dirty="0" err="1"/>
              <a:t>Namun</a:t>
            </a:r>
            <a:r>
              <a:rPr lang="en-US" altLang="en-US" dirty="0"/>
              <a:t> </a:t>
            </a:r>
            <a:r>
              <a:rPr lang="en-US" altLang="en-US" dirty="0" err="1"/>
              <a:t>berbeda</a:t>
            </a:r>
            <a:r>
              <a:rPr lang="en-US" altLang="en-US" dirty="0"/>
              <a:t> </a:t>
            </a:r>
            <a:r>
              <a:rPr lang="en-US" altLang="en-US" dirty="0" err="1"/>
              <a:t>dengan</a:t>
            </a:r>
            <a:r>
              <a:rPr lang="en-US" altLang="en-US" dirty="0"/>
              <a:t> input email </a:t>
            </a:r>
            <a:r>
              <a:rPr lang="en-US" altLang="en-US" dirty="0" err="1"/>
              <a:t>atau</a:t>
            </a:r>
            <a:r>
              <a:rPr lang="en-US" altLang="en-US" dirty="0"/>
              <a:t> number, </a:t>
            </a:r>
            <a:r>
              <a:rPr lang="en-US" altLang="en-US" dirty="0" err="1"/>
              <a:t>aturan</a:t>
            </a:r>
            <a:r>
              <a:rPr lang="en-US" altLang="en-US" dirty="0"/>
              <a:t> di input </a:t>
            </a:r>
            <a:r>
              <a:rPr lang="en-US" altLang="en-US" dirty="0" err="1"/>
              <a:t>tel</a:t>
            </a:r>
            <a:r>
              <a:rPr lang="en-US" altLang="en-US" dirty="0"/>
              <a:t> </a:t>
            </a:r>
            <a:r>
              <a:rPr lang="en-US" altLang="en-US" dirty="0" err="1"/>
              <a:t>harus</a:t>
            </a:r>
            <a:r>
              <a:rPr lang="en-US" altLang="en-US" dirty="0"/>
              <a:t> </a:t>
            </a:r>
            <a:r>
              <a:rPr lang="en-US" altLang="en-US" dirty="0" err="1"/>
              <a:t>kita</a:t>
            </a:r>
            <a:r>
              <a:rPr lang="en-US" altLang="en-US" dirty="0"/>
              <a:t> </a:t>
            </a:r>
            <a:r>
              <a:rPr lang="en-US" altLang="en-US" dirty="0" err="1"/>
              <a:t>tentukan</a:t>
            </a:r>
            <a:r>
              <a:rPr lang="en-US" altLang="en-US" dirty="0"/>
              <a:t> </a:t>
            </a:r>
            <a:r>
              <a:rPr lang="en-US" altLang="en-US" dirty="0" err="1"/>
              <a:t>sendiri</a:t>
            </a:r>
            <a:r>
              <a:rPr lang="en-US" altLang="en-US" dirty="0"/>
              <a:t>, </a:t>
            </a:r>
            <a:r>
              <a:rPr lang="en-US" altLang="en-US" dirty="0" err="1"/>
              <a:t>hal</a:t>
            </a:r>
            <a:r>
              <a:rPr lang="en-US" altLang="en-US" dirty="0"/>
              <a:t> </a:t>
            </a:r>
            <a:r>
              <a:rPr lang="en-US" altLang="en-US" dirty="0" err="1"/>
              <a:t>ini</a:t>
            </a:r>
            <a:r>
              <a:rPr lang="en-US" altLang="en-US" dirty="0"/>
              <a:t> </a:t>
            </a:r>
            <a:r>
              <a:rPr lang="en-US" altLang="en-US" dirty="0" err="1"/>
              <a:t>karena</a:t>
            </a:r>
            <a:r>
              <a:rPr lang="en-US" altLang="en-US" dirty="0"/>
              <a:t> format </a:t>
            </a:r>
            <a:r>
              <a:rPr lang="en-US" altLang="en-US" dirty="0" err="1"/>
              <a:t>telepon</a:t>
            </a:r>
            <a:r>
              <a:rPr lang="en-US" altLang="en-US" dirty="0"/>
              <a:t> di </a:t>
            </a:r>
            <a:r>
              <a:rPr lang="en-US" altLang="en-US" dirty="0" err="1"/>
              <a:t>tiap</a:t>
            </a:r>
            <a:r>
              <a:rPr lang="en-US" altLang="en-US" dirty="0"/>
              <a:t> negara </a:t>
            </a:r>
            <a:r>
              <a:rPr lang="en-US" altLang="en-US" dirty="0" err="1"/>
              <a:t>berbeda-beda</a:t>
            </a:r>
            <a:endParaRPr lang="en-US" altLang="en-US" dirty="0"/>
          </a:p>
          <a:p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Kita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bisa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mengubah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aturan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format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nomor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telepon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menggunakan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atribut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pattern</a:t>
            </a:r>
            <a:r>
              <a:rPr lang="en-US" altLang="en-US" dirty="0"/>
              <a:t>, </a:t>
            </a:r>
            <a:r>
              <a:rPr lang="en-US" altLang="en-US" dirty="0" err="1"/>
              <a:t>dimana</a:t>
            </a:r>
            <a:r>
              <a:rPr lang="en-US" altLang="en-US" dirty="0"/>
              <a:t> </a:t>
            </a:r>
            <a:r>
              <a:rPr lang="en-US" altLang="en-US" dirty="0" err="1"/>
              <a:t>isinya</a:t>
            </a:r>
            <a:r>
              <a:rPr lang="en-US" altLang="en-US" dirty="0"/>
              <a:t> </a:t>
            </a:r>
            <a:r>
              <a:rPr lang="en-US" altLang="en-US" dirty="0" err="1"/>
              <a:t>harus</a:t>
            </a:r>
            <a:r>
              <a:rPr lang="en-US" altLang="en-US" dirty="0"/>
              <a:t> </a:t>
            </a:r>
            <a:r>
              <a:rPr lang="en-US" altLang="en-US" dirty="0" err="1"/>
              <a:t>berisi</a:t>
            </a:r>
            <a:r>
              <a:rPr lang="en-US" altLang="en-US" dirty="0"/>
              <a:t> Regular Expression</a:t>
            </a:r>
          </a:p>
          <a:p>
            <a:r>
              <a:rPr lang="en-US" altLang="en-US" dirty="0"/>
              <a:t>Materi Regular Expression </a:t>
            </a:r>
            <a:r>
              <a:rPr lang="en-US" altLang="en-US" dirty="0" err="1"/>
              <a:t>akan</a:t>
            </a:r>
            <a:r>
              <a:rPr lang="en-US" altLang="en-US" dirty="0"/>
              <a:t> </a:t>
            </a:r>
            <a:r>
              <a:rPr lang="en-US" altLang="en-US" dirty="0" err="1"/>
              <a:t>dipelajari</a:t>
            </a:r>
            <a:r>
              <a:rPr lang="en-US" altLang="en-US" dirty="0"/>
              <a:t> di </a:t>
            </a:r>
            <a:r>
              <a:rPr lang="en-US" altLang="en-US" dirty="0" err="1"/>
              <a:t>kelas</a:t>
            </a:r>
            <a:r>
              <a:rPr lang="en-US" altLang="en-US" dirty="0"/>
              <a:t> JavaScript, </a:t>
            </a:r>
            <a:r>
              <a:rPr lang="en-US" altLang="en-US" dirty="0" err="1"/>
              <a:t>namun</a:t>
            </a:r>
            <a:r>
              <a:rPr lang="en-US" altLang="en-US" dirty="0"/>
              <a:t> </a:t>
            </a:r>
            <a:r>
              <a:rPr lang="en-US" altLang="en-US" dirty="0" err="1"/>
              <a:t>disini</a:t>
            </a:r>
            <a:r>
              <a:rPr lang="en-US" altLang="en-US" dirty="0"/>
              <a:t> </a:t>
            </a:r>
            <a:r>
              <a:rPr lang="en-US" altLang="en-US" dirty="0" err="1"/>
              <a:t>kita</a:t>
            </a:r>
            <a:r>
              <a:rPr lang="en-US" altLang="en-US" dirty="0"/>
              <a:t> </a:t>
            </a:r>
            <a:r>
              <a:rPr lang="en-US" altLang="en-US" dirty="0" err="1"/>
              <a:t>bisa</a:t>
            </a:r>
            <a:r>
              <a:rPr lang="en-US" altLang="en-US" dirty="0"/>
              <a:t> </a:t>
            </a:r>
            <a:r>
              <a:rPr lang="en-US" altLang="en-US" dirty="0" err="1"/>
              <a:t>mencoba-coba</a:t>
            </a:r>
            <a:r>
              <a:rPr lang="en-US" altLang="en-US" dirty="0"/>
              <a:t> </a:t>
            </a:r>
            <a:r>
              <a:rPr lang="en-US" altLang="en-US" dirty="0" err="1"/>
              <a:t>menggunakan</a:t>
            </a:r>
            <a:r>
              <a:rPr lang="en-US" altLang="en-US" dirty="0"/>
              <a:t> website </a:t>
            </a:r>
            <a:r>
              <a:rPr lang="en-US" altLang="en-US" dirty="0" err="1"/>
              <a:t>berikut</a:t>
            </a:r>
            <a:r>
              <a:rPr lang="en-US" altLang="en-US" dirty="0"/>
              <a:t>:</a:t>
            </a:r>
          </a:p>
          <a:p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linkClick r:id="rId2" action="ppaction://hlinkfile"/>
              </a:rPr>
              <a:t>https://regexr.com/</a:t>
            </a:r>
          </a:p>
          <a:p>
            <a:pPr marL="0" indent="0" algn="r">
              <a:buNone/>
            </a:pPr>
            <a:r>
              <a:rPr lang="en-US" dirty="0">
                <a:highlight>
                  <a:srgbClr val="00FFFF"/>
                </a:highlight>
                <a:sym typeface="+mn-ea"/>
                <a:hlinkClick r:id="rId3" action="ppaction://hlinksldjump">
                  <a:extLst>
                    <a:ext uri="{DAF060AB-1E55-43B9-8AAB-6FB025537F2F}">
                      <wpsdc:hlinkUnderline xmlns="" xmlns:wpsdc="http://www.wps.cn/officeDocument/2017/drawingmlCustomData" val="1"/>
                    </a:ext>
                  </a:extLst>
                </a:hlinkClick>
              </a:rPr>
              <a:t>Materi (home)</a:t>
            </a:r>
            <a:endParaRPr lang="en-US" altLang="en-US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>
            <a:normAutofit/>
          </a:bodyPr>
          <a:lstStyle/>
          <a:p>
            <a:r>
              <a:rPr lang="en-US"/>
              <a:t>Contoh penulisan pola telpon di </a:t>
            </a:r>
            <a:r>
              <a:rPr lang="en-US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  <a:hlinkClick r:id="rId2" action="ppaction://hlinkfile"/>
              </a:rPr>
              <a:t>https://regexr.com/</a:t>
            </a:r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835" y="1825625"/>
            <a:ext cx="10514965" cy="475361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>
            <a:normAutofit/>
          </a:bodyPr>
          <a:lstStyle/>
          <a:p>
            <a:r>
              <a:rPr lang="en-US"/>
              <a:t>Contoh penulisan Input Telepon dengan pattern 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93265"/>
            <a:ext cx="10515600" cy="4180205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B0F0"/>
          </a:solidFill>
        </p:spPr>
        <p:txBody>
          <a:bodyPr/>
          <a:lstStyle/>
          <a:p>
            <a:pPr algn="ctr"/>
            <a:r>
              <a:rPr lang="en-US" altLang="en-US">
                <a:sym typeface="+mn-ea"/>
              </a:rPr>
              <a:t>27 - Input URL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dirty="0"/>
              <a:t>Input URL</a:t>
            </a:r>
          </a:p>
          <a:p>
            <a:r>
              <a:rPr lang="en-US" altLang="en-US" dirty="0"/>
              <a:t>Input type </a:t>
            </a:r>
            <a:r>
              <a:rPr lang="en-US" altLang="en-US" dirty="0" err="1"/>
              <a:t>url</a:t>
            </a:r>
            <a:r>
              <a:rPr lang="en-US" altLang="en-US" dirty="0"/>
              <a:t> </a:t>
            </a:r>
            <a:r>
              <a:rPr lang="en-US" altLang="en-US" dirty="0" err="1"/>
              <a:t>digunakan</a:t>
            </a:r>
            <a:r>
              <a:rPr lang="en-US" altLang="en-US" dirty="0"/>
              <a:t> </a:t>
            </a:r>
            <a:r>
              <a:rPr lang="en-US" altLang="en-US" dirty="0" err="1"/>
              <a:t>untuk</a:t>
            </a:r>
            <a:r>
              <a:rPr lang="en-US" altLang="en-US" dirty="0"/>
              <a:t> </a:t>
            </a:r>
            <a:r>
              <a:rPr lang="en-US" altLang="en-US" dirty="0" err="1"/>
              <a:t>menerima</a:t>
            </a:r>
            <a:r>
              <a:rPr lang="en-US" altLang="en-US" dirty="0"/>
              <a:t> input data </a:t>
            </a:r>
            <a:r>
              <a:rPr lang="en-US" altLang="en-US" dirty="0" err="1"/>
              <a:t>dalam</a:t>
            </a:r>
            <a:r>
              <a:rPr lang="en-US" altLang="en-US" dirty="0"/>
              <a:t> </a:t>
            </a:r>
            <a:r>
              <a:rPr lang="en-US" altLang="en-US" dirty="0" err="1"/>
              <a:t>bentuk</a:t>
            </a:r>
            <a:r>
              <a:rPr lang="en-US" altLang="en-US" dirty="0"/>
              <a:t> URL, </a:t>
            </a:r>
            <a:r>
              <a:rPr lang="en-US" altLang="en-US" dirty="0" err="1"/>
              <a:t>seperti</a:t>
            </a:r>
            <a:r>
              <a:rPr lang="en-US" altLang="en-US" dirty="0"/>
              <a:t> </a:t>
            </a:r>
            <a:r>
              <a:rPr lang="en-US" altLang="en-US" dirty="0" err="1"/>
              <a:t>alamat</a:t>
            </a:r>
            <a:r>
              <a:rPr lang="en-US" altLang="en-US" dirty="0"/>
              <a:t> website </a:t>
            </a:r>
            <a:r>
              <a:rPr lang="en-US" altLang="en-US" dirty="0" err="1"/>
              <a:t>pribadi</a:t>
            </a:r>
            <a:r>
              <a:rPr lang="en-US" altLang="en-US" dirty="0"/>
              <a:t>, website social media, dan lain-lain</a:t>
            </a:r>
          </a:p>
          <a:p>
            <a:r>
              <a:rPr lang="en-US" altLang="en-US" dirty="0"/>
              <a:t>Jika format </a:t>
            </a:r>
            <a:r>
              <a:rPr lang="en-US" altLang="en-US" dirty="0" err="1"/>
              <a:t>url</a:t>
            </a:r>
            <a:r>
              <a:rPr lang="en-US" altLang="en-US" dirty="0"/>
              <a:t> </a:t>
            </a:r>
            <a:r>
              <a:rPr lang="en-US" altLang="en-US" dirty="0" err="1"/>
              <a:t>tidak</a:t>
            </a:r>
            <a:r>
              <a:rPr lang="en-US" altLang="en-US" dirty="0"/>
              <a:t> valid, </a:t>
            </a:r>
            <a:r>
              <a:rPr lang="en-US" altLang="en-US" dirty="0" err="1"/>
              <a:t>maka</a:t>
            </a:r>
            <a:r>
              <a:rPr lang="en-US" altLang="en-US" dirty="0"/>
              <a:t> HTML </a:t>
            </a:r>
            <a:r>
              <a:rPr lang="en-US" altLang="en-US" dirty="0" err="1"/>
              <a:t>tidak</a:t>
            </a:r>
            <a:r>
              <a:rPr lang="en-US" altLang="en-US" dirty="0"/>
              <a:t> </a:t>
            </a:r>
            <a:r>
              <a:rPr lang="en-US" altLang="en-US" dirty="0" err="1"/>
              <a:t>akan</a:t>
            </a:r>
            <a:r>
              <a:rPr lang="en-US" altLang="en-US" dirty="0"/>
              <a:t> </a:t>
            </a:r>
            <a:r>
              <a:rPr lang="en-US" altLang="en-US" dirty="0" err="1"/>
              <a:t>menerima</a:t>
            </a:r>
            <a:r>
              <a:rPr lang="en-US" altLang="en-US" dirty="0"/>
              <a:t> input data </a:t>
            </a:r>
            <a:r>
              <a:rPr lang="en-US" altLang="en-US" dirty="0" err="1"/>
              <a:t>url</a:t>
            </a:r>
            <a:r>
              <a:rPr lang="en-US" altLang="en-US" dirty="0"/>
              <a:t> </a:t>
            </a:r>
            <a:r>
              <a:rPr lang="en-US" altLang="en-US" dirty="0" err="1"/>
              <a:t>tersebut</a:t>
            </a:r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pPr marL="0" indent="0" algn="r">
              <a:buNone/>
            </a:pPr>
            <a:r>
              <a:rPr lang="en-US" dirty="0">
                <a:highlight>
                  <a:srgbClr val="00FFFF"/>
                </a:highlight>
                <a:sym typeface="+mn-ea"/>
                <a:hlinkClick r:id="rId2" action="ppaction://hlinksldjump">
                  <a:extLst>
                    <a:ext uri="{DAF060AB-1E55-43B9-8AAB-6FB025537F2F}">
                      <wpsdc:hlinkUnderline xmlns="" xmlns:wpsdc="http://www.wps.cn/officeDocument/2017/drawingmlCustomData" val="1"/>
                    </a:ext>
                  </a:extLst>
                </a:hlinkClick>
              </a:rPr>
              <a:t>Materi (home)</a:t>
            </a:r>
            <a:endParaRPr lang="en-US" altLang="en-US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/>
          <a:lstStyle/>
          <a:p>
            <a:r>
              <a:rPr lang="en-US"/>
              <a:t>Contoh penulisan input url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71040"/>
            <a:ext cx="10515600" cy="462534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B0F0"/>
          </a:solidFill>
        </p:spPr>
        <p:txBody>
          <a:bodyPr>
            <a:normAutofit/>
          </a:bodyPr>
          <a:lstStyle/>
          <a:p>
            <a:pPr algn="ctr"/>
            <a:r>
              <a:rPr lang="en-US" altLang="en-US"/>
              <a:t>28 - Text Area Tag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dirty="0"/>
              <a:t>Text Area Tag</a:t>
            </a:r>
          </a:p>
          <a:p>
            <a:r>
              <a:rPr lang="en-US" altLang="en-US" dirty="0"/>
              <a:t>HTML juga </a:t>
            </a:r>
            <a:r>
              <a:rPr lang="en-US" altLang="en-US" dirty="0" err="1"/>
              <a:t>menyediakan</a:t>
            </a:r>
            <a:r>
              <a:rPr lang="en-US" altLang="en-US" dirty="0"/>
              <a:t> tag </a:t>
            </a:r>
            <a:r>
              <a:rPr lang="en-US" altLang="en-US" dirty="0" err="1"/>
              <a:t>textarea</a:t>
            </a:r>
            <a:r>
              <a:rPr lang="en-US" altLang="en-US" dirty="0"/>
              <a:t>, yang </a:t>
            </a:r>
            <a:r>
              <a:rPr lang="en-US" altLang="en-US" dirty="0" err="1"/>
              <a:t>bisa</a:t>
            </a:r>
            <a:r>
              <a:rPr lang="en-US" altLang="en-US" dirty="0"/>
              <a:t> </a:t>
            </a:r>
            <a:r>
              <a:rPr lang="en-US" altLang="en-US" dirty="0" err="1"/>
              <a:t>digunakan</a:t>
            </a:r>
            <a:r>
              <a:rPr lang="en-US" altLang="en-US" dirty="0"/>
              <a:t> </a:t>
            </a:r>
            <a:r>
              <a:rPr lang="en-US" altLang="en-US" dirty="0" err="1"/>
              <a:t>untuk</a:t>
            </a:r>
            <a:r>
              <a:rPr lang="en-US" altLang="en-US" dirty="0"/>
              <a:t> input text yang multi baris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Untuk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menentukan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panjang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input,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kita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bisa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gunakan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atribut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cols</a:t>
            </a:r>
            <a:r>
              <a:rPr lang="en-US" altLang="en-US" dirty="0"/>
              <a:t>, dan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untuk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menentukan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tinggi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input,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kita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bisa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gunakan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rows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pPr marL="0" indent="0" algn="r">
              <a:buNone/>
            </a:pPr>
            <a:r>
              <a:rPr lang="en-US" dirty="0">
                <a:highlight>
                  <a:srgbClr val="00FFFF"/>
                </a:highlight>
                <a:sym typeface="+mn-ea"/>
                <a:hlinkClick r:id="rId2" action="ppaction://hlinksldjump">
                  <a:extLst>
                    <a:ext uri="{DAF060AB-1E55-43B9-8AAB-6FB025537F2F}">
                      <wpsdc:hlinkUnderline xmlns="" xmlns:wpsdc="http://www.wps.cn/officeDocument/2017/drawingmlCustomData" val="1"/>
                    </a:ext>
                  </a:extLst>
                </a:hlinkClick>
              </a:rPr>
              <a:t>Materi (home)</a:t>
            </a:r>
            <a:endParaRPr lang="en-US" altLang="en-US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/>
          <a:lstStyle/>
          <a:p>
            <a:r>
              <a:rPr lang="en-US"/>
              <a:t>Contoh penulisan  input textarea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08505"/>
            <a:ext cx="10515600" cy="4119245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B0F0"/>
          </a:solidFill>
        </p:spPr>
        <p:txBody>
          <a:bodyPr>
            <a:normAutofit/>
          </a:bodyPr>
          <a:lstStyle/>
          <a:p>
            <a:pPr algn="ctr"/>
            <a:r>
              <a:rPr lang="en-US" altLang="en-US"/>
              <a:t>29 - Button Tag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en-US" dirty="0"/>
              <a:t>Button Tag</a:t>
            </a:r>
          </a:p>
          <a:p>
            <a:r>
              <a:rPr lang="en-US" altLang="en-US" dirty="0"/>
              <a:t>Button tag </a:t>
            </a:r>
            <a:r>
              <a:rPr lang="en-US" altLang="en-US" dirty="0" err="1"/>
              <a:t>adalah</a:t>
            </a:r>
            <a:r>
              <a:rPr lang="en-US" altLang="en-US" dirty="0"/>
              <a:t> tag yang </a:t>
            </a:r>
            <a:r>
              <a:rPr lang="en-US" altLang="en-US" dirty="0" err="1"/>
              <a:t>bisa</a:t>
            </a:r>
            <a:r>
              <a:rPr lang="en-US" altLang="en-US" dirty="0"/>
              <a:t> </a:t>
            </a:r>
            <a:r>
              <a:rPr lang="en-US" altLang="en-US" dirty="0" err="1"/>
              <a:t>kita</a:t>
            </a:r>
            <a:r>
              <a:rPr lang="en-US" altLang="en-US" dirty="0"/>
              <a:t> </a:t>
            </a:r>
            <a:r>
              <a:rPr lang="en-US" altLang="en-US" dirty="0" err="1"/>
              <a:t>gunakan</a:t>
            </a:r>
            <a:r>
              <a:rPr lang="en-US" altLang="en-US" dirty="0"/>
              <a:t> </a:t>
            </a:r>
            <a:r>
              <a:rPr lang="en-US" altLang="en-US" dirty="0" err="1"/>
              <a:t>untuk</a:t>
            </a:r>
            <a:r>
              <a:rPr lang="en-US" altLang="en-US" dirty="0"/>
              <a:t> </a:t>
            </a:r>
            <a:r>
              <a:rPr lang="en-US" altLang="en-US" dirty="0" err="1"/>
              <a:t>membuat</a:t>
            </a:r>
            <a:r>
              <a:rPr lang="en-US" altLang="en-US" dirty="0"/>
              <a:t> </a:t>
            </a:r>
            <a:r>
              <a:rPr lang="en-US" altLang="en-US" dirty="0" err="1"/>
              <a:t>tombol</a:t>
            </a:r>
            <a:endParaRPr lang="en-US" altLang="en-US" dirty="0"/>
          </a:p>
          <a:p>
            <a:r>
              <a:rPr lang="en-US" altLang="en-US" dirty="0"/>
              <a:t>Apa </a:t>
            </a:r>
            <a:r>
              <a:rPr lang="en-US" altLang="en-US" dirty="0" err="1"/>
              <a:t>bedanya</a:t>
            </a:r>
            <a:r>
              <a:rPr lang="en-US" altLang="en-US" dirty="0"/>
              <a:t> </a:t>
            </a:r>
            <a:r>
              <a:rPr lang="en-US" altLang="en-US" dirty="0" err="1"/>
              <a:t>dengan</a:t>
            </a:r>
            <a:r>
              <a:rPr lang="en-US" altLang="en-US" dirty="0"/>
              <a:t> input type button?</a:t>
            </a:r>
          </a:p>
          <a:p>
            <a:r>
              <a:rPr lang="en-US" altLang="en-US" dirty="0"/>
              <a:t>Karena 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button tag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memiliki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content di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dalam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tag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nya</a:t>
            </a:r>
            <a:r>
              <a:rPr lang="en-US" altLang="en-US" dirty="0"/>
              <a:t>, </a:t>
            </a:r>
            <a:r>
              <a:rPr lang="en-US" altLang="en-US" dirty="0" err="1"/>
              <a:t>jadi</a:t>
            </a:r>
            <a:r>
              <a:rPr lang="en-US" altLang="en-US" dirty="0"/>
              <a:t> </a:t>
            </a:r>
            <a:r>
              <a:rPr lang="en-US" altLang="en-US" dirty="0" err="1"/>
              <a:t>kita</a:t>
            </a:r>
            <a:r>
              <a:rPr lang="en-US" altLang="en-US" dirty="0"/>
              <a:t> </a:t>
            </a:r>
            <a:r>
              <a:rPr lang="en-US" altLang="en-US" dirty="0" err="1"/>
              <a:t>bisa</a:t>
            </a:r>
            <a:r>
              <a:rPr lang="en-US" altLang="en-US" dirty="0"/>
              <a:t> </a:t>
            </a:r>
            <a:r>
              <a:rPr lang="en-US" altLang="en-US" dirty="0" err="1"/>
              <a:t>dengan</a:t>
            </a:r>
            <a:r>
              <a:rPr lang="en-US" altLang="en-US" dirty="0"/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bebas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menambahkan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isi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dari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button,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misal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text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atau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gambar</a:t>
            </a:r>
            <a:endParaRPr lang="en-US" altLang="en-US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r>
              <a:rPr lang="en-US" altLang="en-US" dirty="0"/>
              <a:t>Jadi </a:t>
            </a:r>
            <a:r>
              <a:rPr lang="en-US" altLang="en-US" dirty="0" err="1"/>
              <a:t>menggunakan</a:t>
            </a:r>
            <a:r>
              <a:rPr lang="en-US" altLang="en-US" dirty="0"/>
              <a:t> button tag </a:t>
            </a:r>
            <a:r>
              <a:rPr lang="en-US" altLang="en-US" dirty="0" err="1"/>
              <a:t>akan</a:t>
            </a:r>
            <a:r>
              <a:rPr lang="en-US" altLang="en-US" dirty="0"/>
              <a:t> </a:t>
            </a:r>
            <a:r>
              <a:rPr lang="en-US" altLang="en-US" dirty="0" err="1"/>
              <a:t>lebih</a:t>
            </a:r>
            <a:r>
              <a:rPr lang="en-US" altLang="en-US" dirty="0"/>
              <a:t> flexible </a:t>
            </a:r>
            <a:r>
              <a:rPr lang="en-US" altLang="en-US" dirty="0" err="1"/>
              <a:t>dibanding</a:t>
            </a:r>
            <a:r>
              <a:rPr lang="en-US" altLang="en-US" dirty="0"/>
              <a:t> </a:t>
            </a:r>
            <a:r>
              <a:rPr lang="en-US" altLang="en-US" dirty="0" err="1"/>
              <a:t>menggunakan</a:t>
            </a:r>
            <a:r>
              <a:rPr lang="en-US" altLang="en-US" dirty="0"/>
              <a:t> input type button </a:t>
            </a:r>
            <a:r>
              <a:rPr lang="en-US" altLang="en-US" dirty="0" err="1"/>
              <a:t>Button</a:t>
            </a:r>
            <a:r>
              <a:rPr lang="en-US" altLang="en-US" dirty="0"/>
              <a:t> juga </a:t>
            </a:r>
            <a:r>
              <a:rPr lang="en-US" altLang="en-US" dirty="0" err="1"/>
              <a:t>memiliki</a:t>
            </a:r>
            <a:r>
              <a:rPr lang="en-US" altLang="en-US" dirty="0"/>
              <a:t> </a:t>
            </a:r>
            <a:r>
              <a:rPr lang="en-US" altLang="en-US" dirty="0" err="1"/>
              <a:t>atribut</a:t>
            </a:r>
            <a:r>
              <a:rPr lang="en-US" altLang="en-US" dirty="0"/>
              <a:t> type, yang </a:t>
            </a:r>
            <a:r>
              <a:rPr lang="en-US" altLang="en-US" dirty="0" err="1"/>
              <a:t>bisa</a:t>
            </a:r>
            <a:r>
              <a:rPr lang="en-US" altLang="en-US" dirty="0"/>
              <a:t> </a:t>
            </a:r>
            <a:r>
              <a:rPr lang="en-US" altLang="en-US" dirty="0" err="1"/>
              <a:t>kita</a:t>
            </a:r>
            <a:r>
              <a:rPr lang="en-US" altLang="en-US" dirty="0"/>
              <a:t> </a:t>
            </a:r>
            <a:r>
              <a:rPr lang="en-US" altLang="en-US" dirty="0" err="1"/>
              <a:t>gunakan</a:t>
            </a:r>
            <a:r>
              <a:rPr lang="en-US" altLang="en-US" dirty="0"/>
              <a:t> </a:t>
            </a:r>
            <a:r>
              <a:rPr lang="en-US" altLang="en-US" dirty="0" err="1"/>
              <a:t>untuk</a:t>
            </a:r>
            <a:r>
              <a:rPr lang="en-US" altLang="en-US" dirty="0"/>
              <a:t> </a:t>
            </a:r>
            <a:r>
              <a:rPr lang="en-US" altLang="en-US" dirty="0" err="1"/>
              <a:t>mengubah</a:t>
            </a:r>
            <a:r>
              <a:rPr lang="en-US" altLang="en-US" dirty="0"/>
              <a:t> </a:t>
            </a:r>
            <a:r>
              <a:rPr lang="en-US" altLang="en-US" dirty="0" err="1"/>
              <a:t>jenis</a:t>
            </a:r>
            <a:r>
              <a:rPr lang="en-US" altLang="en-US" dirty="0"/>
              <a:t> </a:t>
            </a:r>
            <a:r>
              <a:rPr lang="en-US" altLang="en-US" dirty="0" err="1"/>
              <a:t>tipe</a:t>
            </a:r>
            <a:r>
              <a:rPr lang="en-US" altLang="en-US" dirty="0"/>
              <a:t> button, </a:t>
            </a:r>
            <a:r>
              <a:rPr lang="en-US" altLang="en-US" dirty="0" err="1"/>
              <a:t>dari</a:t>
            </a:r>
            <a:r>
              <a:rPr lang="en-US" altLang="en-US" dirty="0"/>
              <a:t> </a:t>
            </a:r>
            <a:r>
              <a:rPr lang="en-US" altLang="en-US" dirty="0" err="1"/>
              <a:t>mulai</a:t>
            </a:r>
            <a:r>
              <a:rPr lang="en-US" altLang="en-US" dirty="0"/>
              <a:t> button (</a:t>
            </a:r>
            <a:r>
              <a:rPr lang="en-US" altLang="en-US" dirty="0" err="1"/>
              <a:t>biasa</a:t>
            </a:r>
            <a:r>
              <a:rPr lang="en-US" altLang="en-US" dirty="0"/>
              <a:t>), reset dan submit</a:t>
            </a:r>
          </a:p>
          <a:p>
            <a:pPr marL="0" indent="0" algn="r">
              <a:buNone/>
            </a:pPr>
            <a:r>
              <a:rPr lang="en-US" dirty="0">
                <a:highlight>
                  <a:srgbClr val="00FFFF"/>
                </a:highlight>
                <a:sym typeface="+mn-ea"/>
                <a:hlinkClick r:id="rId2" action="ppaction://hlinksldjump">
                  <a:extLst>
                    <a:ext uri="{DAF060AB-1E55-43B9-8AAB-6FB025537F2F}">
                      <wpsdc:hlinkUnderline xmlns="" xmlns:wpsdc="http://www.wps.cn/officeDocument/2017/drawingmlCustomData" val="1"/>
                    </a:ext>
                  </a:extLst>
                </a:hlinkClick>
              </a:rPr>
              <a:t>Materi (home)</a:t>
            </a:r>
            <a:endParaRPr lang="en-US" altLang="en-US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/>
          <a:lstStyle/>
          <a:p>
            <a:r>
              <a:rPr lang="en-US"/>
              <a:t>Contoh Penulisan Tag Button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80870"/>
            <a:ext cx="10515600" cy="459867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B0F0"/>
          </a:solidFill>
        </p:spPr>
        <p:txBody>
          <a:bodyPr>
            <a:normAutofit/>
          </a:bodyPr>
          <a:lstStyle/>
          <a:p>
            <a:pPr algn="ctr"/>
            <a:r>
              <a:rPr lang="en-US" altLang="en-US"/>
              <a:t>30 - Select Tag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dirty="0"/>
              <a:t>Select Tag</a:t>
            </a:r>
          </a:p>
          <a:p>
            <a:r>
              <a:rPr lang="en-US" altLang="en-US" dirty="0"/>
              <a:t>Select tag </a:t>
            </a:r>
            <a:r>
              <a:rPr lang="en-US" altLang="en-US" dirty="0" err="1"/>
              <a:t>adalah</a:t>
            </a:r>
            <a:r>
              <a:rPr lang="en-US" altLang="en-US" dirty="0"/>
              <a:t> </a:t>
            </a:r>
            <a:r>
              <a:rPr lang="en-US" altLang="en-US" dirty="0" err="1"/>
              <a:t>alternatif</a:t>
            </a:r>
            <a:r>
              <a:rPr lang="en-US" altLang="en-US" dirty="0"/>
              <a:t> lain </a:t>
            </a:r>
            <a:r>
              <a:rPr lang="en-US" altLang="en-US" dirty="0" err="1"/>
              <a:t>seperti</a:t>
            </a:r>
            <a:r>
              <a:rPr lang="en-US" altLang="en-US" dirty="0"/>
              <a:t> input type radio</a:t>
            </a:r>
          </a:p>
          <a:p>
            <a:r>
              <a:rPr lang="en-US" altLang="en-US" dirty="0"/>
              <a:t>Saat </a:t>
            </a:r>
            <a:r>
              <a:rPr lang="en-US" altLang="en-US" dirty="0" err="1"/>
              <a:t>menggunakan</a:t>
            </a:r>
            <a:r>
              <a:rPr lang="en-US" altLang="en-US" dirty="0"/>
              <a:t> input type radio, </a:t>
            </a:r>
            <a:r>
              <a:rPr lang="en-US" altLang="en-US" dirty="0" err="1"/>
              <a:t>jika</a:t>
            </a:r>
            <a:r>
              <a:rPr lang="en-US" altLang="en-US" dirty="0"/>
              <a:t> </a:t>
            </a:r>
            <a:r>
              <a:rPr lang="en-US" altLang="en-US" dirty="0" err="1"/>
              <a:t>opsi</a:t>
            </a:r>
            <a:r>
              <a:rPr lang="en-US" altLang="en-US" dirty="0"/>
              <a:t> </a:t>
            </a:r>
            <a:r>
              <a:rPr lang="en-US" altLang="en-US" dirty="0" err="1"/>
              <a:t>pilihan</a:t>
            </a:r>
            <a:r>
              <a:rPr lang="en-US" altLang="en-US" dirty="0"/>
              <a:t> </a:t>
            </a:r>
            <a:r>
              <a:rPr lang="en-US" altLang="en-US" dirty="0" err="1"/>
              <a:t>terlalu</a:t>
            </a:r>
            <a:r>
              <a:rPr lang="en-US" altLang="en-US" dirty="0"/>
              <a:t> </a:t>
            </a:r>
            <a:r>
              <a:rPr lang="en-US" altLang="en-US" dirty="0" err="1"/>
              <a:t>banyak</a:t>
            </a:r>
            <a:r>
              <a:rPr lang="en-US" altLang="en-US" dirty="0"/>
              <a:t>, </a:t>
            </a:r>
            <a:r>
              <a:rPr lang="en-US" altLang="en-US" dirty="0" err="1"/>
              <a:t>maka</a:t>
            </a:r>
            <a:r>
              <a:rPr lang="en-US" altLang="en-US" dirty="0"/>
              <a:t> </a:t>
            </a:r>
            <a:r>
              <a:rPr lang="en-US" altLang="en-US" dirty="0" err="1"/>
              <a:t>tampilan</a:t>
            </a:r>
            <a:r>
              <a:rPr lang="en-US" altLang="en-US" dirty="0"/>
              <a:t> input </a:t>
            </a:r>
            <a:r>
              <a:rPr lang="en-US" altLang="en-US" dirty="0" err="1"/>
              <a:t>akan</a:t>
            </a:r>
            <a:r>
              <a:rPr lang="en-US" altLang="en-US" dirty="0"/>
              <a:t> sangat </a:t>
            </a:r>
            <a:r>
              <a:rPr lang="en-US" altLang="en-US" dirty="0" err="1"/>
              <a:t>panjang</a:t>
            </a:r>
            <a:endParaRPr lang="en-US" altLang="en-US" dirty="0"/>
          </a:p>
          <a:p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Select tag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menawarkan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solusi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yang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sederhana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,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dimana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input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akan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seperti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type text,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namun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kita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bisa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memilih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opsi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pilihan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seperti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radio type</a:t>
            </a:r>
          </a:p>
          <a:p>
            <a:endParaRPr lang="en-US" altLang="en-US" dirty="0"/>
          </a:p>
          <a:p>
            <a:pPr marL="0" indent="0" algn="r">
              <a:buNone/>
            </a:pPr>
            <a:r>
              <a:rPr lang="en-US" dirty="0">
                <a:highlight>
                  <a:srgbClr val="00FFFF"/>
                </a:highlight>
                <a:sym typeface="+mn-ea"/>
                <a:hlinkClick r:id="rId2" action="ppaction://hlinksldjump">
                  <a:extLst>
                    <a:ext uri="{DAF060AB-1E55-43B9-8AAB-6FB025537F2F}">
                      <wpsdc:hlinkUnderline xmlns="" xmlns:wpsdc="http://www.wps.cn/officeDocument/2017/drawingmlCustomData" val="1"/>
                    </a:ext>
                  </a:extLst>
                </a:hlinkClick>
              </a:rPr>
              <a:t>Materi (home)</a:t>
            </a:r>
            <a:endParaRPr lang="en-US" altLang="en-US" dirty="0"/>
          </a:p>
          <a:p>
            <a:pPr marL="0" indent="0" algn="r"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>
            <a:normAutofit/>
          </a:bodyPr>
          <a:lstStyle/>
          <a:p>
            <a:r>
              <a:rPr lang="en-US" altLang="en-US"/>
              <a:t>Option Tag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dirty="0"/>
              <a:t>Option Tag</a:t>
            </a:r>
          </a:p>
          <a:p>
            <a:r>
              <a:rPr lang="en-US" altLang="en-US" dirty="0" err="1"/>
              <a:t>Untuk</a:t>
            </a:r>
            <a:r>
              <a:rPr lang="en-US" altLang="en-US" dirty="0"/>
              <a:t> </a:t>
            </a:r>
            <a:r>
              <a:rPr lang="en-US" altLang="en-US" dirty="0" err="1"/>
              <a:t>menambah</a:t>
            </a:r>
            <a:r>
              <a:rPr lang="en-US" altLang="en-US" dirty="0"/>
              <a:t> </a:t>
            </a:r>
            <a:r>
              <a:rPr lang="en-US" altLang="en-US" dirty="0" err="1"/>
              <a:t>opsi</a:t>
            </a:r>
            <a:r>
              <a:rPr lang="en-US" altLang="en-US" dirty="0"/>
              <a:t> </a:t>
            </a:r>
            <a:r>
              <a:rPr lang="en-US" altLang="en-US" dirty="0" err="1"/>
              <a:t>pilihan</a:t>
            </a:r>
            <a:r>
              <a:rPr lang="en-US" altLang="en-US" dirty="0"/>
              <a:t> </a:t>
            </a:r>
            <a:r>
              <a:rPr lang="en-US" altLang="en-US" dirty="0" err="1"/>
              <a:t>dalam</a:t>
            </a:r>
            <a:r>
              <a:rPr lang="en-US" altLang="en-US" dirty="0"/>
              <a:t> select tag, </a:t>
            </a:r>
            <a:r>
              <a:rPr lang="en-US" altLang="en-US" dirty="0" err="1"/>
              <a:t>kita</a:t>
            </a:r>
            <a:r>
              <a:rPr lang="en-US" altLang="en-US" dirty="0"/>
              <a:t> </a:t>
            </a:r>
            <a:r>
              <a:rPr lang="en-US" altLang="en-US" dirty="0" err="1"/>
              <a:t>bisa</a:t>
            </a:r>
            <a:r>
              <a:rPr lang="en-US" altLang="en-US" dirty="0"/>
              <a:t> </a:t>
            </a:r>
            <a:r>
              <a:rPr lang="en-US" altLang="en-US" dirty="0" err="1"/>
              <a:t>menggunakan</a:t>
            </a:r>
            <a:r>
              <a:rPr lang="en-US" altLang="en-US" dirty="0"/>
              <a:t> option tag</a:t>
            </a:r>
          </a:p>
          <a:p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Option tag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memiliki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atribut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value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sebagai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nilainya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,</a:t>
            </a:r>
            <a:r>
              <a:rPr lang="en-US" altLang="en-US" dirty="0"/>
              <a:t> </a:t>
            </a:r>
            <a:r>
              <a:rPr lang="en-US" altLang="en-US" dirty="0" err="1"/>
              <a:t>namun</a:t>
            </a:r>
            <a:r>
              <a:rPr lang="en-US" altLang="en-US" dirty="0"/>
              <a:t> </a:t>
            </a:r>
            <a:r>
              <a:rPr lang="en-US" altLang="en-US" dirty="0" err="1"/>
              <a:t>untuk</a:t>
            </a:r>
            <a:r>
              <a:rPr lang="en-US" altLang="en-US" dirty="0"/>
              <a:t> </a:t>
            </a:r>
            <a:r>
              <a:rPr lang="en-US" altLang="en-US" dirty="0" err="1"/>
              <a:t>ditampilkan</a:t>
            </a:r>
            <a:r>
              <a:rPr lang="en-US" altLang="en-US" dirty="0"/>
              <a:t> </a:t>
            </a:r>
            <a:r>
              <a:rPr lang="en-US" altLang="en-US" dirty="0" err="1"/>
              <a:t>dalam</a:t>
            </a:r>
            <a:r>
              <a:rPr lang="en-US" altLang="en-US" dirty="0"/>
              <a:t> Web Browser, </a:t>
            </a:r>
            <a:r>
              <a:rPr lang="en-US" altLang="en-US" dirty="0" err="1"/>
              <a:t>kita</a:t>
            </a:r>
            <a:r>
              <a:rPr lang="en-US" altLang="en-US" dirty="0"/>
              <a:t> </a:t>
            </a:r>
            <a:r>
              <a:rPr lang="en-US" altLang="en-US" dirty="0" err="1"/>
              <a:t>bisa</a:t>
            </a:r>
            <a:r>
              <a:rPr lang="en-US" altLang="en-US" dirty="0"/>
              <a:t> </a:t>
            </a:r>
            <a:r>
              <a:rPr lang="en-US" altLang="en-US" dirty="0" err="1"/>
              <a:t>isi</a:t>
            </a:r>
            <a:r>
              <a:rPr lang="en-US" altLang="en-US" dirty="0"/>
              <a:t> option tag </a:t>
            </a:r>
            <a:r>
              <a:rPr lang="en-US" altLang="en-US" dirty="0" err="1"/>
              <a:t>dengan</a:t>
            </a:r>
            <a:r>
              <a:rPr lang="en-US" altLang="en-US" dirty="0"/>
              <a:t> content </a:t>
            </a:r>
            <a:r>
              <a:rPr lang="en-US" altLang="en-US" dirty="0" err="1"/>
              <a:t>misal</a:t>
            </a:r>
            <a:r>
              <a:rPr lang="en-US" altLang="en-US" dirty="0"/>
              <a:t> text</a:t>
            </a:r>
          </a:p>
          <a:p>
            <a:r>
              <a:rPr lang="en-US" altLang="en-US" dirty="0"/>
              <a:t>Selain </a:t>
            </a:r>
            <a:r>
              <a:rPr lang="en-US" altLang="en-US" dirty="0" err="1"/>
              <a:t>itu</a:t>
            </a:r>
            <a:r>
              <a:rPr lang="en-US" altLang="en-US" dirty="0"/>
              <a:t>, </a:t>
            </a:r>
            <a:r>
              <a:rPr lang="en-US" altLang="en-US" dirty="0" err="1"/>
              <a:t>jika</a:t>
            </a:r>
            <a:r>
              <a:rPr lang="en-US" altLang="en-US" dirty="0"/>
              <a:t> </a:t>
            </a:r>
            <a:r>
              <a:rPr lang="en-US" altLang="en-US" dirty="0" err="1"/>
              <a:t>kita</a:t>
            </a:r>
            <a:r>
              <a:rPr lang="en-US" altLang="en-US" dirty="0"/>
              <a:t> </a:t>
            </a:r>
            <a:r>
              <a:rPr lang="en-US" altLang="en-US" dirty="0" err="1"/>
              <a:t>ingin</a:t>
            </a:r>
            <a:r>
              <a:rPr lang="en-US" altLang="en-US" dirty="0"/>
              <a:t> </a:t>
            </a:r>
            <a:r>
              <a:rPr lang="en-US" altLang="en-US" dirty="0" err="1"/>
              <a:t>memilih</a:t>
            </a:r>
            <a:r>
              <a:rPr lang="en-US" altLang="en-US" dirty="0"/>
              <a:t> </a:t>
            </a:r>
            <a:r>
              <a:rPr lang="en-US" altLang="en-US" dirty="0" err="1"/>
              <a:t>secara</a:t>
            </a:r>
            <a:r>
              <a:rPr lang="en-US" altLang="en-US" dirty="0"/>
              <a:t> default salah </a:t>
            </a:r>
            <a:r>
              <a:rPr lang="en-US" altLang="en-US" dirty="0" err="1"/>
              <a:t>satu</a:t>
            </a:r>
            <a:r>
              <a:rPr lang="en-US" altLang="en-US" dirty="0"/>
              <a:t> option, </a:t>
            </a:r>
            <a:r>
              <a:rPr lang="en-US" altLang="en-US" dirty="0" err="1"/>
              <a:t>kita</a:t>
            </a:r>
            <a:r>
              <a:rPr lang="en-US" altLang="en-US" dirty="0"/>
              <a:t> </a:t>
            </a:r>
            <a:r>
              <a:rPr lang="en-US" altLang="en-US" dirty="0" err="1"/>
              <a:t>bisa</a:t>
            </a:r>
            <a:r>
              <a:rPr lang="en-US" altLang="en-US" dirty="0"/>
              <a:t> </a:t>
            </a:r>
            <a:r>
              <a:rPr lang="en-US" altLang="en-US" dirty="0" err="1"/>
              <a:t>menggunakan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atribut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selected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>
            <a:normAutofit/>
          </a:bodyPr>
          <a:lstStyle/>
          <a:p>
            <a:r>
              <a:rPr lang="en-US"/>
              <a:t>Contoh Penulisan select tag dengan atribut option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90395"/>
            <a:ext cx="10515600" cy="472821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>
            <a:normAutofit/>
          </a:bodyPr>
          <a:lstStyle/>
          <a:p>
            <a:pPr algn="l"/>
            <a:r>
              <a:rPr lang="en-US" altLang="en-US"/>
              <a:t>Multiple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dirty="0"/>
              <a:t>Multiple</a:t>
            </a:r>
          </a:p>
          <a:p>
            <a:r>
              <a:rPr lang="en-US" altLang="en-US" dirty="0"/>
              <a:t>Salah </a:t>
            </a:r>
            <a:r>
              <a:rPr lang="en-US" altLang="en-US" dirty="0" err="1"/>
              <a:t>satu</a:t>
            </a:r>
            <a:r>
              <a:rPr lang="en-US" altLang="en-US" dirty="0"/>
              <a:t> </a:t>
            </a:r>
            <a:r>
              <a:rPr lang="en-US" altLang="en-US" dirty="0" err="1"/>
              <a:t>kelebihan</a:t>
            </a:r>
            <a:r>
              <a:rPr lang="en-US" altLang="en-US" dirty="0"/>
              <a:t> </a:t>
            </a:r>
            <a:r>
              <a:rPr lang="en-US" altLang="en-US" dirty="0" err="1"/>
              <a:t>dibandingkan</a:t>
            </a:r>
            <a:r>
              <a:rPr lang="en-US" altLang="en-US" dirty="0"/>
              <a:t> radio type, di </a:t>
            </a:r>
            <a:r>
              <a:rPr lang="en-US" altLang="en-US" dirty="0" err="1"/>
              <a:t>dalam</a:t>
            </a:r>
            <a:r>
              <a:rPr lang="en-US" altLang="en-US" dirty="0"/>
              <a:t> select tag, </a:t>
            </a:r>
            <a:r>
              <a:rPr lang="en-US" altLang="en-US" dirty="0" err="1"/>
              <a:t>jika</a:t>
            </a:r>
            <a:r>
              <a:rPr lang="en-US" altLang="en-US" dirty="0"/>
              <a:t> </a:t>
            </a:r>
            <a:r>
              <a:rPr lang="en-US" altLang="en-US" dirty="0" err="1"/>
              <a:t>misal</a:t>
            </a:r>
            <a:r>
              <a:rPr lang="en-US" altLang="en-US" dirty="0"/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kita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bisa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memilih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beberapa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opsi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pilihan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seperti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checkbox,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kita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bisa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gunakan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atribut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multiple</a:t>
            </a:r>
          </a:p>
          <a:p>
            <a:r>
              <a:rPr lang="en-US" altLang="en-US" dirty="0" err="1"/>
              <a:t>Untuk</a:t>
            </a:r>
            <a:r>
              <a:rPr lang="en-US" altLang="en-US" dirty="0"/>
              <a:t> </a:t>
            </a:r>
            <a:r>
              <a:rPr lang="en-US" altLang="en-US" dirty="0" err="1"/>
              <a:t>menentukan</a:t>
            </a:r>
            <a:r>
              <a:rPr lang="en-US" altLang="en-US" dirty="0"/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seberapa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besar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tampilan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ketika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menggunakan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mode multiple,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kita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bisa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gunakan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b="1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atribut</a:t>
            </a:r>
            <a:r>
              <a:rPr lang="en-US" altLang="en-US" b="1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size</a:t>
            </a:r>
            <a:endParaRPr lang="en-US" altLang="en-US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endParaRPr lang="en-US" altLang="en-US" dirty="0"/>
          </a:p>
          <a:p>
            <a:endParaRPr lang="en-US" altLang="en-US" dirty="0"/>
          </a:p>
          <a:p>
            <a:pPr marL="0" indent="0" algn="r">
              <a:buNone/>
            </a:pPr>
            <a:r>
              <a:rPr lang="en-US" dirty="0">
                <a:highlight>
                  <a:srgbClr val="00FFFF"/>
                </a:highlight>
                <a:sym typeface="+mn-ea"/>
                <a:hlinkClick r:id="rId2" action="ppaction://hlinksldjump">
                  <a:extLst>
                    <a:ext uri="{DAF060AB-1E55-43B9-8AAB-6FB025537F2F}">
                      <wpsdc:hlinkUnderline xmlns="" xmlns:wpsdc="http://www.wps.cn/officeDocument/2017/drawingmlCustomData" val="1"/>
                    </a:ext>
                  </a:extLst>
                </a:hlinkClick>
              </a:rPr>
              <a:t>Materi (home)</a:t>
            </a:r>
            <a:endParaRPr lang="en-US" altLang="en-US" dirty="0"/>
          </a:p>
          <a:p>
            <a:pPr marL="0" indent="0" algn="r"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>
            <a:normAutofit fontScale="90000"/>
          </a:bodyPr>
          <a:lstStyle/>
          <a:p>
            <a:r>
              <a:rPr lang="en-US" sz="3100"/>
              <a:t>Contoh penulisan select multiple dengan tambahan atribut size untuk menampilkan pilihan dan control klik pilihan untuk pilihan lebih dari 1</a:t>
            </a:r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7565" y="1825625"/>
            <a:ext cx="10516870" cy="4515485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>
            <a:normAutofit/>
          </a:bodyPr>
          <a:lstStyle/>
          <a:p>
            <a:r>
              <a:rPr lang="en-US" altLang="en-US"/>
              <a:t>Option Group Tag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dirty="0"/>
              <a:t>Option Group Tag</a:t>
            </a:r>
          </a:p>
          <a:p>
            <a:r>
              <a:rPr lang="en-US" altLang="en-US" dirty="0"/>
              <a:t>Saat </a:t>
            </a:r>
            <a:r>
              <a:rPr lang="en-US" altLang="en-US" dirty="0" err="1"/>
              <a:t>pilihan</a:t>
            </a:r>
            <a:r>
              <a:rPr lang="en-US" altLang="en-US" dirty="0"/>
              <a:t> option sangat </a:t>
            </a:r>
            <a:r>
              <a:rPr lang="en-US" altLang="en-US" dirty="0" err="1"/>
              <a:t>banyak</a:t>
            </a:r>
            <a:r>
              <a:rPr lang="en-US" altLang="en-US" dirty="0"/>
              <a:t>, </a:t>
            </a:r>
            <a:r>
              <a:rPr lang="en-US" altLang="en-US" dirty="0" err="1"/>
              <a:t>kadang</a:t>
            </a:r>
            <a:r>
              <a:rPr lang="en-US" altLang="en-US" dirty="0"/>
              <a:t> </a:t>
            </a:r>
            <a:r>
              <a:rPr lang="en-US" altLang="en-US" dirty="0" err="1"/>
              <a:t>ada</a:t>
            </a:r>
            <a:r>
              <a:rPr lang="en-US" altLang="en-US" dirty="0"/>
              <a:t> </a:t>
            </a:r>
            <a:r>
              <a:rPr lang="en-US" altLang="en-US" dirty="0" err="1"/>
              <a:t>baiknya</a:t>
            </a:r>
            <a:r>
              <a:rPr lang="en-US" altLang="en-US" dirty="0"/>
              <a:t> </a:t>
            </a:r>
            <a:r>
              <a:rPr lang="en-US" altLang="en-US" dirty="0" err="1"/>
              <a:t>kita</a:t>
            </a:r>
            <a:r>
              <a:rPr lang="en-US" altLang="en-US" dirty="0"/>
              <a:t> </a:t>
            </a:r>
            <a:r>
              <a:rPr lang="en-US" altLang="en-US" dirty="0" err="1"/>
              <a:t>buat</a:t>
            </a:r>
            <a:r>
              <a:rPr lang="en-US" altLang="en-US" dirty="0"/>
              <a:t> option </a:t>
            </a:r>
            <a:r>
              <a:rPr lang="en-US" altLang="en-US" dirty="0" err="1"/>
              <a:t>dalam</a:t>
            </a:r>
            <a:r>
              <a:rPr lang="en-US" altLang="en-US" dirty="0"/>
              <a:t> </a:t>
            </a:r>
            <a:r>
              <a:rPr lang="en-US" altLang="en-US" dirty="0" err="1"/>
              <a:t>grup</a:t>
            </a:r>
            <a:endParaRPr lang="en-US" altLang="en-US" dirty="0"/>
          </a:p>
          <a:p>
            <a:r>
              <a:rPr lang="en-US" altLang="en-US" dirty="0"/>
              <a:t>Hal </a:t>
            </a:r>
            <a:r>
              <a:rPr lang="en-US" altLang="en-US" dirty="0" err="1"/>
              <a:t>ini</a:t>
            </a:r>
            <a:r>
              <a:rPr lang="en-US" altLang="en-US" dirty="0"/>
              <a:t> </a:t>
            </a:r>
            <a:r>
              <a:rPr lang="en-US" altLang="en-US" dirty="0" err="1"/>
              <a:t>akan</a:t>
            </a:r>
            <a:r>
              <a:rPr lang="en-US" altLang="en-US" dirty="0"/>
              <a:t> </a:t>
            </a:r>
            <a:r>
              <a:rPr lang="en-US" altLang="en-US" dirty="0" err="1"/>
              <a:t>membuat</a:t>
            </a:r>
            <a:r>
              <a:rPr lang="en-US" altLang="en-US" dirty="0"/>
              <a:t> </a:t>
            </a:r>
            <a:r>
              <a:rPr lang="en-US" altLang="en-US" dirty="0" err="1"/>
              <a:t>pengguna</a:t>
            </a:r>
            <a:r>
              <a:rPr lang="en-US" altLang="en-US" dirty="0"/>
              <a:t> </a:t>
            </a:r>
            <a:r>
              <a:rPr lang="en-US" altLang="en-US" dirty="0" err="1"/>
              <a:t>lebih</a:t>
            </a:r>
            <a:r>
              <a:rPr lang="en-US" altLang="en-US" dirty="0"/>
              <a:t> </a:t>
            </a:r>
            <a:r>
              <a:rPr lang="en-US" altLang="en-US" dirty="0" err="1"/>
              <a:t>mudah</a:t>
            </a:r>
            <a:r>
              <a:rPr lang="en-US" altLang="en-US" dirty="0"/>
              <a:t> </a:t>
            </a:r>
            <a:r>
              <a:rPr lang="en-US" altLang="en-US" dirty="0" err="1"/>
              <a:t>ketika</a:t>
            </a:r>
            <a:r>
              <a:rPr lang="en-US" altLang="en-US" dirty="0"/>
              <a:t> </a:t>
            </a:r>
            <a:r>
              <a:rPr lang="en-US" altLang="en-US" dirty="0" err="1"/>
              <a:t>melakukan</a:t>
            </a:r>
            <a:r>
              <a:rPr lang="en-US" altLang="en-US" dirty="0"/>
              <a:t> </a:t>
            </a:r>
            <a:r>
              <a:rPr lang="en-US" altLang="en-US" dirty="0" err="1"/>
              <a:t>pemilihan</a:t>
            </a:r>
            <a:endParaRPr lang="en-US" altLang="en-US" dirty="0"/>
          </a:p>
          <a:p>
            <a:r>
              <a:rPr lang="en-US" altLang="en-US" dirty="0"/>
              <a:t>Kita </a:t>
            </a:r>
            <a:r>
              <a:rPr lang="en-US" altLang="en-US" dirty="0" err="1"/>
              <a:t>bisa</a:t>
            </a:r>
            <a:r>
              <a:rPr lang="en-US" altLang="en-US" dirty="0"/>
              <a:t> </a:t>
            </a:r>
            <a:r>
              <a:rPr lang="en-US" altLang="en-US" dirty="0" err="1"/>
              <a:t>bungkus</a:t>
            </a:r>
            <a:r>
              <a:rPr lang="en-US" altLang="en-US" dirty="0"/>
              <a:t> option </a:t>
            </a:r>
            <a:r>
              <a:rPr lang="en-US" altLang="en-US" dirty="0" err="1"/>
              <a:t>dalam</a:t>
            </a:r>
            <a:r>
              <a:rPr lang="en-US" altLang="en-US" dirty="0"/>
              <a:t> </a:t>
            </a:r>
            <a:r>
              <a:rPr lang="en-US" altLang="en-US" dirty="0" err="1"/>
              <a:t>grup</a:t>
            </a:r>
            <a:r>
              <a:rPr lang="en-US" altLang="en-US" dirty="0"/>
              <a:t> </a:t>
            </a:r>
            <a:r>
              <a:rPr lang="en-US" altLang="en-US" dirty="0" err="1"/>
              <a:t>menggunakan</a:t>
            </a:r>
            <a:r>
              <a:rPr lang="en-US" altLang="en-US" dirty="0"/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optgroup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tag</a:t>
            </a:r>
          </a:p>
          <a:p>
            <a:r>
              <a:rPr lang="en-US" altLang="en-US" dirty="0"/>
              <a:t>Dan </a:t>
            </a:r>
            <a:r>
              <a:rPr lang="en-US" altLang="en-US" dirty="0" err="1"/>
              <a:t>untuk</a:t>
            </a:r>
            <a:r>
              <a:rPr lang="en-US" altLang="en-US" dirty="0"/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menambahkan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deskripsi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grup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,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kita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bisa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gunakan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atribut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label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28065"/>
          </a:xfrm>
          <a:solidFill>
            <a:schemeClr val="accent2"/>
          </a:solidFill>
        </p:spPr>
        <p:txBody>
          <a:bodyPr>
            <a:normAutofit fontScale="90000"/>
          </a:bodyPr>
          <a:lstStyle/>
          <a:p>
            <a:r>
              <a:rPr lang="en-US"/>
              <a:t>Contoh penulisan option group tag di tag selected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43050"/>
            <a:ext cx="10515600" cy="5111115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B0F0"/>
          </a:solidFill>
        </p:spPr>
        <p:txBody>
          <a:bodyPr>
            <a:normAutofit/>
          </a:bodyPr>
          <a:lstStyle/>
          <a:p>
            <a:pPr algn="ctr"/>
            <a:r>
              <a:rPr lang="en-US" altLang="en-US"/>
              <a:t>31 - Data List Tag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altLang="en-US" dirty="0"/>
              <a:t>Data List Tag</a:t>
            </a:r>
          </a:p>
          <a:p>
            <a:r>
              <a:rPr lang="en-US" altLang="en-US" dirty="0"/>
              <a:t>Saat </a:t>
            </a:r>
            <a:r>
              <a:rPr lang="en-US" altLang="en-US" dirty="0" err="1"/>
              <a:t>melakukan</a:t>
            </a:r>
            <a:r>
              <a:rPr lang="en-US" altLang="en-US" dirty="0"/>
              <a:t> </a:t>
            </a:r>
            <a:r>
              <a:rPr lang="en-US" altLang="en-US" dirty="0" err="1"/>
              <a:t>pencarian</a:t>
            </a:r>
            <a:r>
              <a:rPr lang="en-US" altLang="en-US" dirty="0"/>
              <a:t> di Google </a:t>
            </a:r>
            <a:r>
              <a:rPr lang="en-US" altLang="en-US" dirty="0" err="1"/>
              <a:t>misalnya</a:t>
            </a:r>
            <a:r>
              <a:rPr lang="en-US" altLang="en-US" dirty="0"/>
              <a:t>, </a:t>
            </a:r>
            <a:r>
              <a:rPr lang="en-US" altLang="en-US" dirty="0" err="1"/>
              <a:t>kita</a:t>
            </a:r>
            <a:r>
              <a:rPr lang="en-US" altLang="en-US" dirty="0"/>
              <a:t> </a:t>
            </a:r>
            <a:r>
              <a:rPr lang="en-US" altLang="en-US" dirty="0" err="1"/>
              <a:t>sering</a:t>
            </a:r>
            <a:r>
              <a:rPr lang="en-US" altLang="en-US" dirty="0"/>
              <a:t> </a:t>
            </a:r>
            <a:r>
              <a:rPr lang="en-US" altLang="en-US" dirty="0" err="1"/>
              <a:t>melihat</a:t>
            </a:r>
            <a:r>
              <a:rPr lang="en-US" altLang="en-US" dirty="0"/>
              <a:t> </a:t>
            </a:r>
            <a:r>
              <a:rPr lang="en-US" altLang="en-US" dirty="0" err="1"/>
              <a:t>rekomendasi</a:t>
            </a:r>
            <a:r>
              <a:rPr lang="en-US" altLang="en-US" dirty="0"/>
              <a:t> </a:t>
            </a:r>
            <a:r>
              <a:rPr lang="en-US" altLang="en-US" dirty="0" err="1"/>
              <a:t>berupa</a:t>
            </a:r>
            <a:r>
              <a:rPr lang="en-US" altLang="en-US" dirty="0"/>
              <a:t> autocomplete kata-kata yang </a:t>
            </a:r>
            <a:r>
              <a:rPr lang="en-US" altLang="en-US" dirty="0" err="1"/>
              <a:t>ingin</a:t>
            </a:r>
            <a:r>
              <a:rPr lang="en-US" altLang="en-US" dirty="0"/>
              <a:t> </a:t>
            </a:r>
            <a:r>
              <a:rPr lang="en-US" altLang="en-US" dirty="0" err="1"/>
              <a:t>kita</a:t>
            </a:r>
            <a:r>
              <a:rPr lang="en-US" altLang="en-US" dirty="0"/>
              <a:t> </a:t>
            </a:r>
            <a:r>
              <a:rPr lang="en-US" altLang="en-US" dirty="0" err="1"/>
              <a:t>cari</a:t>
            </a:r>
            <a:endParaRPr lang="en-US" altLang="en-US" dirty="0"/>
          </a:p>
          <a:p>
            <a:r>
              <a:rPr lang="en-US" altLang="en-US" dirty="0"/>
              <a:t>Saat </a:t>
            </a:r>
            <a:r>
              <a:rPr lang="en-US" altLang="en-US" dirty="0" err="1"/>
              <a:t>kita</a:t>
            </a:r>
            <a:r>
              <a:rPr lang="en-US" altLang="en-US" dirty="0"/>
              <a:t> </a:t>
            </a:r>
            <a:r>
              <a:rPr lang="en-US" altLang="en-US" dirty="0" err="1"/>
              <a:t>membuat</a:t>
            </a:r>
            <a:r>
              <a:rPr lang="en-US" altLang="en-US" dirty="0"/>
              <a:t> input type text,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kita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bisa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menambahkan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sumber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data yang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bisa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dijadikan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sebagai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rekomendasi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input value, juga autocomplete</a:t>
            </a:r>
          </a:p>
          <a:p>
            <a:r>
              <a:rPr lang="en-US" altLang="en-US" dirty="0"/>
              <a:t>Kita </a:t>
            </a:r>
            <a:r>
              <a:rPr lang="en-US" altLang="en-US" dirty="0" err="1"/>
              <a:t>bisa</a:t>
            </a:r>
            <a:r>
              <a:rPr lang="en-US" altLang="en-US" dirty="0"/>
              <a:t> </a:t>
            </a:r>
            <a:r>
              <a:rPr lang="en-US" altLang="en-US" dirty="0" err="1"/>
              <a:t>menggunakan</a:t>
            </a:r>
            <a:r>
              <a:rPr lang="en-US" altLang="en-US" dirty="0"/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datalist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tag</a:t>
            </a:r>
          </a:p>
          <a:p>
            <a:r>
              <a:rPr lang="en-US" altLang="en-US" dirty="0"/>
              <a:t>Di </a:t>
            </a:r>
            <a:r>
              <a:rPr lang="en-US" altLang="en-US" dirty="0" err="1"/>
              <a:t>dalam</a:t>
            </a:r>
            <a:r>
              <a:rPr lang="en-US" altLang="en-US" dirty="0"/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datalist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tag,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kita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bisa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gunakan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option tag</a:t>
            </a:r>
            <a:endParaRPr lang="en-US" altLang="en-US" dirty="0"/>
          </a:p>
          <a:p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Untuk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menghubungkan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dari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input type text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ke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datalist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,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kita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bisa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menggunakan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atribut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list yang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mengacu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ke</a:t>
            </a: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id </a:t>
            </a:r>
            <a:r>
              <a:rPr lang="en-US" altLang="en-US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datalist</a:t>
            </a:r>
            <a:endParaRPr lang="en-US" altLang="en-US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marL="0" indent="0" algn="r">
              <a:buNone/>
            </a:pPr>
            <a:r>
              <a:rPr lang="en-US" dirty="0">
                <a:highlight>
                  <a:srgbClr val="00FFFF"/>
                </a:highlight>
                <a:sym typeface="+mn-ea"/>
                <a:hlinkClick r:id="rId2" action="ppaction://hlinksldjump">
                  <a:extLst>
                    <a:ext uri="{DAF060AB-1E55-43B9-8AAB-6FB025537F2F}">
                      <wpsdc:hlinkUnderline xmlns="" xmlns:wpsdc="http://www.wps.cn/officeDocument/2017/drawingmlCustomData" val="1"/>
                    </a:ext>
                  </a:extLst>
                </a:hlinkClick>
              </a:rPr>
              <a:t>Materi (home)</a:t>
            </a:r>
            <a:endParaRPr lang="en-US" altLang="en-US" dirty="0"/>
          </a:p>
          <a:p>
            <a:pPr marL="0" indent="0">
              <a:buNone/>
            </a:pPr>
            <a:endParaRPr lang="en-US" altLang="en-US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marL="0" indent="0" algn="r">
              <a:buNone/>
            </a:pPr>
            <a:endParaRPr lang="en-US" altLang="en-US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marL="0" indent="0" algn="r">
              <a:buNone/>
            </a:pPr>
            <a:endParaRPr lang="en-US" altLang="en-US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/>
          <a:lstStyle/>
          <a:p>
            <a:r>
              <a:rPr lang="en-US"/>
              <a:t>Contoh penulisan data list tag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7565" y="1825625"/>
            <a:ext cx="10516235" cy="4768215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B0F0"/>
          </a:solidFill>
        </p:spPr>
        <p:txBody>
          <a:bodyPr>
            <a:normAutofit/>
          </a:bodyPr>
          <a:lstStyle/>
          <a:p>
            <a:pPr algn="ctr"/>
            <a:r>
              <a:rPr lang="en-US"/>
              <a:t>32 - </a:t>
            </a:r>
            <a:r>
              <a:rPr lang="en-US" altLang="en-US"/>
              <a:t>Field Set Tag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dirty="0"/>
              <a:t>Field Set Tag</a:t>
            </a:r>
          </a:p>
          <a:p>
            <a:r>
              <a:rPr lang="en-US" altLang="en-US" dirty="0"/>
              <a:t>Tag </a:t>
            </a:r>
            <a:r>
              <a:rPr lang="en-US" altLang="en-US" dirty="0" err="1"/>
              <a:t>fieldset</a:t>
            </a:r>
            <a:r>
              <a:rPr lang="en-US" altLang="en-US" dirty="0"/>
              <a:t> </a:t>
            </a:r>
            <a:r>
              <a:rPr lang="en-US" altLang="en-US" dirty="0" err="1"/>
              <a:t>digunakan</a:t>
            </a:r>
            <a:r>
              <a:rPr lang="en-US" altLang="en-US" dirty="0"/>
              <a:t> </a:t>
            </a:r>
            <a:r>
              <a:rPr lang="en-US" altLang="en-US" dirty="0" err="1"/>
              <a:t>untuk</a:t>
            </a:r>
            <a:r>
              <a:rPr lang="en-US" altLang="en-US" dirty="0"/>
              <a:t> </a:t>
            </a:r>
            <a:r>
              <a:rPr lang="en-US" altLang="en-US" dirty="0" err="1"/>
              <a:t>membungkus</a:t>
            </a:r>
            <a:r>
              <a:rPr lang="en-US" altLang="en-US" dirty="0"/>
              <a:t>/grouping </a:t>
            </a:r>
            <a:r>
              <a:rPr lang="en-US" altLang="en-US" dirty="0" err="1"/>
              <a:t>beberapa</a:t>
            </a:r>
            <a:r>
              <a:rPr lang="en-US" altLang="en-US" dirty="0"/>
              <a:t> input </a:t>
            </a:r>
            <a:r>
              <a:rPr lang="en-US" altLang="en-US" dirty="0" err="1"/>
              <a:t>sehingga</a:t>
            </a:r>
            <a:r>
              <a:rPr lang="en-US" altLang="en-US" dirty="0"/>
              <a:t> </a:t>
            </a:r>
            <a:r>
              <a:rPr lang="en-US" altLang="en-US" dirty="0" err="1"/>
              <a:t>lebih</a:t>
            </a:r>
            <a:r>
              <a:rPr lang="en-US" altLang="en-US" dirty="0"/>
              <a:t> </a:t>
            </a:r>
            <a:r>
              <a:rPr lang="en-US" altLang="en-US" dirty="0" err="1"/>
              <a:t>mudah</a:t>
            </a:r>
            <a:r>
              <a:rPr lang="en-US" altLang="en-US" dirty="0"/>
              <a:t> </a:t>
            </a:r>
            <a:r>
              <a:rPr lang="en-US" altLang="en-US" dirty="0" err="1"/>
              <a:t>untuk</a:t>
            </a:r>
            <a:r>
              <a:rPr lang="en-US" altLang="en-US" dirty="0"/>
              <a:t> </a:t>
            </a:r>
            <a:r>
              <a:rPr lang="en-US" altLang="en-US" dirty="0" err="1"/>
              <a:t>dimengerti</a:t>
            </a:r>
            <a:r>
              <a:rPr lang="en-US" altLang="en-US" dirty="0"/>
              <a:t> </a:t>
            </a:r>
            <a:r>
              <a:rPr lang="en-US" altLang="en-US" dirty="0" err="1"/>
              <a:t>ketika</a:t>
            </a:r>
            <a:r>
              <a:rPr lang="en-US" altLang="en-US" dirty="0"/>
              <a:t> </a:t>
            </a:r>
            <a:r>
              <a:rPr lang="en-US" altLang="en-US" dirty="0" err="1"/>
              <a:t>dilihat</a:t>
            </a:r>
            <a:r>
              <a:rPr lang="en-US" altLang="en-US" dirty="0"/>
              <a:t> oleh </a:t>
            </a:r>
            <a:r>
              <a:rPr lang="en-US" altLang="en-US" dirty="0" err="1"/>
              <a:t>pengguna</a:t>
            </a:r>
            <a:endParaRPr lang="en-US" altLang="en-US" dirty="0"/>
          </a:p>
          <a:p>
            <a:r>
              <a:rPr lang="en-US" altLang="en-US" dirty="0" err="1"/>
              <a:t>Menggunakan</a:t>
            </a:r>
            <a:r>
              <a:rPr lang="en-US" altLang="en-US" dirty="0"/>
              <a:t> </a:t>
            </a:r>
            <a:r>
              <a:rPr lang="en-US" altLang="en-US" dirty="0" err="1"/>
              <a:t>fieldset</a:t>
            </a:r>
            <a:r>
              <a:rPr lang="en-US" altLang="en-US" dirty="0"/>
              <a:t> tag sangat </a:t>
            </a:r>
            <a:r>
              <a:rPr lang="en-US" altLang="en-US" dirty="0" err="1"/>
              <a:t>baik</a:t>
            </a:r>
            <a:r>
              <a:rPr lang="en-US" altLang="en-US" dirty="0"/>
              <a:t> </a:t>
            </a:r>
            <a:r>
              <a:rPr lang="en-US" altLang="en-US" dirty="0" err="1"/>
              <a:t>ketika</a:t>
            </a:r>
            <a:r>
              <a:rPr lang="en-US" altLang="en-US" dirty="0"/>
              <a:t> </a:t>
            </a:r>
            <a:r>
              <a:rPr lang="en-US" altLang="en-US" dirty="0" err="1"/>
              <a:t>misal</a:t>
            </a:r>
            <a:r>
              <a:rPr lang="en-US" altLang="en-US" dirty="0"/>
              <a:t> input data sangat </a:t>
            </a:r>
            <a:r>
              <a:rPr lang="en-US" altLang="en-US" dirty="0" err="1"/>
              <a:t>banyak</a:t>
            </a:r>
            <a:r>
              <a:rPr lang="en-US" altLang="en-US" dirty="0"/>
              <a:t>, dan </a:t>
            </a:r>
            <a:r>
              <a:rPr lang="en-US" altLang="en-US" dirty="0" err="1"/>
              <a:t>kita</a:t>
            </a:r>
            <a:r>
              <a:rPr lang="en-US" altLang="en-US" dirty="0"/>
              <a:t> </a:t>
            </a:r>
            <a:r>
              <a:rPr lang="en-US" altLang="en-US" dirty="0" err="1"/>
              <a:t>ingin</a:t>
            </a:r>
            <a:r>
              <a:rPr lang="en-US" altLang="en-US" dirty="0"/>
              <a:t> </a:t>
            </a:r>
            <a:r>
              <a:rPr lang="en-US" altLang="en-US" dirty="0" err="1"/>
              <a:t>melakukan</a:t>
            </a:r>
            <a:r>
              <a:rPr lang="en-US" altLang="en-US" dirty="0"/>
              <a:t> grouping input data yang </a:t>
            </a:r>
            <a:r>
              <a:rPr lang="en-US" altLang="en-US" dirty="0" err="1"/>
              <a:t>sesuai</a:t>
            </a:r>
            <a:endParaRPr lang="en-US" altLang="en-US" dirty="0"/>
          </a:p>
          <a:p>
            <a:r>
              <a:rPr lang="en-US" altLang="en-US" dirty="0" err="1"/>
              <a:t>Contoh</a:t>
            </a:r>
            <a:r>
              <a:rPr lang="en-US" altLang="en-US" dirty="0"/>
              <a:t> </a:t>
            </a:r>
            <a:r>
              <a:rPr lang="en-US" altLang="en-US" dirty="0" err="1"/>
              <a:t>ketika</a:t>
            </a:r>
            <a:r>
              <a:rPr lang="en-US" altLang="en-US" dirty="0"/>
              <a:t> </a:t>
            </a:r>
            <a:r>
              <a:rPr lang="en-US" altLang="en-US" dirty="0" err="1"/>
              <a:t>registrasi</a:t>
            </a:r>
            <a:r>
              <a:rPr lang="en-US" altLang="en-US" dirty="0"/>
              <a:t>, </a:t>
            </a:r>
            <a:r>
              <a:rPr lang="en-US" altLang="en-US" dirty="0" err="1"/>
              <a:t>dibutuhkan</a:t>
            </a:r>
            <a:r>
              <a:rPr lang="en-US" altLang="en-US" dirty="0"/>
              <a:t> </a:t>
            </a:r>
            <a:r>
              <a:rPr lang="en-US" altLang="en-US" dirty="0" err="1"/>
              <a:t>identitas</a:t>
            </a:r>
            <a:r>
              <a:rPr lang="en-US" altLang="en-US" dirty="0"/>
              <a:t>, </a:t>
            </a:r>
            <a:r>
              <a:rPr lang="en-US" altLang="en-US" dirty="0" err="1"/>
              <a:t>alamat</a:t>
            </a:r>
            <a:r>
              <a:rPr lang="en-US" altLang="en-US" dirty="0"/>
              <a:t>, dan lain-lain, </a:t>
            </a:r>
            <a:r>
              <a:rPr lang="en-US" altLang="en-US" dirty="0" err="1"/>
              <a:t>kita</a:t>
            </a:r>
            <a:r>
              <a:rPr lang="en-US" altLang="en-US" dirty="0"/>
              <a:t> </a:t>
            </a:r>
            <a:r>
              <a:rPr lang="en-US" altLang="en-US" dirty="0" err="1"/>
              <a:t>bisa</a:t>
            </a:r>
            <a:r>
              <a:rPr lang="en-US" altLang="en-US" dirty="0"/>
              <a:t> grouping </a:t>
            </a:r>
            <a:r>
              <a:rPr lang="en-US" altLang="en-US" dirty="0" err="1"/>
              <a:t>berdasarkan</a:t>
            </a:r>
            <a:r>
              <a:rPr lang="en-US" altLang="en-US" dirty="0"/>
              <a:t> input data yang </a:t>
            </a:r>
            <a:r>
              <a:rPr lang="en-US" altLang="en-US" dirty="0" err="1"/>
              <a:t>sesuai</a:t>
            </a:r>
            <a:endParaRPr lang="en-US" altLang="en-US" dirty="0"/>
          </a:p>
          <a:p>
            <a:endParaRPr lang="en-US" altLang="en-US" dirty="0"/>
          </a:p>
          <a:p>
            <a:pPr marL="0" indent="0" algn="r">
              <a:buNone/>
            </a:pPr>
            <a:r>
              <a:rPr lang="en-US" dirty="0">
                <a:highlight>
                  <a:srgbClr val="00FFFF"/>
                </a:highlight>
                <a:sym typeface="+mn-ea"/>
                <a:hlinkClick r:id="rId2" action="ppaction://hlinksldjump">
                  <a:extLst>
                    <a:ext uri="{DAF060AB-1E55-43B9-8AAB-6FB025537F2F}">
                      <wpsdc:hlinkUnderline xmlns="" xmlns:wpsdc="http://www.wps.cn/officeDocument/2017/drawingmlCustomData" val="1"/>
                    </a:ext>
                  </a:extLst>
                </a:hlinkClick>
              </a:rPr>
              <a:t>Materi (home)</a:t>
            </a:r>
            <a:endParaRPr lang="en-US" altLang="en-US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>
            <a:normAutofit/>
          </a:bodyPr>
          <a:lstStyle/>
          <a:p>
            <a:r>
              <a:rPr lang="en-US" altLang="en-US"/>
              <a:t>Legend Tag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dirty="0"/>
              <a:t>Legend Tag</a:t>
            </a:r>
          </a:p>
          <a:p>
            <a:r>
              <a:rPr lang="en-US" altLang="en-US" dirty="0"/>
              <a:t>Saat </a:t>
            </a:r>
            <a:r>
              <a:rPr lang="en-US" altLang="en-US" dirty="0" err="1"/>
              <a:t>menggunakan</a:t>
            </a:r>
            <a:r>
              <a:rPr lang="en-US" altLang="en-US" dirty="0"/>
              <a:t> </a:t>
            </a:r>
            <a:r>
              <a:rPr lang="en-US" altLang="en-US" dirty="0" err="1"/>
              <a:t>fieldset</a:t>
            </a:r>
            <a:r>
              <a:rPr lang="en-US" altLang="en-US" dirty="0"/>
              <a:t> tag, </a:t>
            </a:r>
            <a:r>
              <a:rPr lang="en-US" altLang="en-US" dirty="0" err="1"/>
              <a:t>biasanya</a:t>
            </a:r>
            <a:r>
              <a:rPr lang="en-US" altLang="en-US" dirty="0"/>
              <a:t> </a:t>
            </a:r>
            <a:r>
              <a:rPr lang="en-US" altLang="en-US" dirty="0" err="1"/>
              <a:t>kita</a:t>
            </a:r>
            <a:r>
              <a:rPr lang="en-US" altLang="en-US" dirty="0"/>
              <a:t> </a:t>
            </a:r>
            <a:r>
              <a:rPr lang="en-US" altLang="en-US" dirty="0" err="1"/>
              <a:t>akan</a:t>
            </a:r>
            <a:r>
              <a:rPr lang="en-US" altLang="en-US" dirty="0"/>
              <a:t> </a:t>
            </a:r>
            <a:r>
              <a:rPr lang="en-US" altLang="en-US" dirty="0" err="1"/>
              <a:t>menambahkan</a:t>
            </a:r>
            <a:r>
              <a:rPr lang="en-US" altLang="en-US" dirty="0"/>
              <a:t> </a:t>
            </a:r>
            <a:r>
              <a:rPr lang="en-US" altLang="en-US" dirty="0" err="1"/>
              <a:t>informasi</a:t>
            </a:r>
            <a:r>
              <a:rPr lang="en-US" altLang="en-US" dirty="0"/>
              <a:t> </a:t>
            </a:r>
            <a:r>
              <a:rPr lang="en-US" altLang="en-US" dirty="0" err="1"/>
              <a:t>berupa</a:t>
            </a:r>
            <a:r>
              <a:rPr lang="en-US" altLang="en-US" dirty="0"/>
              <a:t> </a:t>
            </a:r>
            <a:r>
              <a:rPr lang="en-US" altLang="en-US" dirty="0" err="1"/>
              <a:t>deskripsi</a:t>
            </a:r>
            <a:r>
              <a:rPr lang="en-US" altLang="en-US" dirty="0"/>
              <a:t> group</a:t>
            </a:r>
          </a:p>
          <a:p>
            <a:r>
              <a:rPr lang="en-US" altLang="en-US" dirty="0" err="1"/>
              <a:t>Untuk</a:t>
            </a:r>
            <a:r>
              <a:rPr lang="en-US" altLang="en-US" dirty="0"/>
              <a:t> </a:t>
            </a:r>
            <a:r>
              <a:rPr lang="en-US" altLang="en-US" dirty="0" err="1"/>
              <a:t>menambahkan</a:t>
            </a:r>
            <a:r>
              <a:rPr lang="en-US" altLang="en-US" dirty="0"/>
              <a:t> </a:t>
            </a:r>
            <a:r>
              <a:rPr lang="en-US" altLang="en-US" dirty="0" err="1"/>
              <a:t>informasi</a:t>
            </a:r>
            <a:r>
              <a:rPr lang="en-US" altLang="en-US" dirty="0"/>
              <a:t> </a:t>
            </a:r>
            <a:r>
              <a:rPr lang="en-US" altLang="en-US" dirty="0" err="1"/>
              <a:t>itu</a:t>
            </a:r>
            <a:r>
              <a:rPr lang="en-US" altLang="en-US" dirty="0"/>
              <a:t>, </a:t>
            </a:r>
            <a:r>
              <a:rPr lang="en-US" altLang="en-US" dirty="0" err="1"/>
              <a:t>kita</a:t>
            </a:r>
            <a:r>
              <a:rPr lang="en-US" altLang="en-US" dirty="0"/>
              <a:t> </a:t>
            </a:r>
            <a:r>
              <a:rPr lang="en-US" altLang="en-US" dirty="0" err="1"/>
              <a:t>bisa</a:t>
            </a:r>
            <a:r>
              <a:rPr lang="en-US" altLang="en-US" dirty="0"/>
              <a:t> </a:t>
            </a:r>
            <a:r>
              <a:rPr lang="en-US" altLang="en-US" dirty="0" err="1"/>
              <a:t>menggunakan</a:t>
            </a:r>
            <a:r>
              <a:rPr lang="en-US" altLang="en-US" dirty="0"/>
              <a:t> legend tag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/>
          <a:lstStyle/>
          <a:p>
            <a:r>
              <a:rPr lang="en-US"/>
              <a:t>Contoh penulisan tag fieldset dan legend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4395" y="1825625"/>
            <a:ext cx="10441940" cy="4694555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B0F0"/>
          </a:solidFill>
        </p:spPr>
        <p:txBody>
          <a:bodyPr/>
          <a:lstStyle/>
          <a:p>
            <a:pPr algn="ctr"/>
            <a:r>
              <a:rPr lang="en-US"/>
              <a:t>33 - Materi Lanjutan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CSS</a:t>
            </a:r>
          </a:p>
          <a:p>
            <a:r>
              <a:rPr lang="en-US"/>
              <a:t>Javascript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953135" y="998855"/>
            <a:ext cx="10375900" cy="449199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noAutofit/>
          </a:bodyPr>
          <a:lstStyle/>
          <a:p>
            <a:pPr algn="ctr"/>
            <a:endParaRPr lang="en-US" sz="3600">
              <a:solidFill>
                <a:schemeClr val="bg1"/>
              </a:solidFill>
              <a:latin typeface="Berlin Sans FB Demi" panose="020E0802020502020306" charset="0"/>
              <a:cs typeface="Berlin Sans FB Demi" panose="020E0802020502020306" charset="0"/>
            </a:endParaRPr>
          </a:p>
          <a:p>
            <a:pPr algn="ctr"/>
            <a:r>
              <a:rPr lang="en-US" sz="5400">
                <a:solidFill>
                  <a:schemeClr val="bg1"/>
                </a:solidFill>
                <a:latin typeface="Berlin Sans FB Demi" panose="020E0802020502020306" charset="0"/>
                <a:cs typeface="Berlin Sans FB Demi" panose="020E0802020502020306" charset="0"/>
              </a:rPr>
              <a:t>SELESAI SUDAH MATERI HTML FORM</a:t>
            </a:r>
          </a:p>
          <a:p>
            <a:pPr algn="ctr"/>
            <a:r>
              <a:rPr lang="en-US" sz="5400">
                <a:solidFill>
                  <a:schemeClr val="bg1"/>
                </a:solidFill>
                <a:latin typeface="Berlin Sans FB Demi" panose="020E0802020502020306" charset="0"/>
                <a:cs typeface="Berlin Sans FB Demi" panose="020E0802020502020306" charset="0"/>
              </a:rPr>
              <a:t>KITA BELAJAR MATERI SELANJUTNYA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1133</TotalTime>
  <Words>3019</Words>
  <Application>Microsoft Office PowerPoint</Application>
  <PresentationFormat>Layar Lebar</PresentationFormat>
  <Paragraphs>373</Paragraphs>
  <Slides>84</Slides>
  <Notes>1</Notes>
  <HiddenSlides>0</HiddenSlides>
  <MMClips>0</MMClips>
  <ScaleCrop>false</ScaleCrop>
  <HeadingPairs>
    <vt:vector size="6" baseType="variant">
      <vt:variant>
        <vt:lpstr>Font Dipakai</vt:lpstr>
      </vt:variant>
      <vt:variant>
        <vt:i4>4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84</vt:i4>
      </vt:variant>
    </vt:vector>
  </HeadingPairs>
  <TitlesOfParts>
    <vt:vector size="89" baseType="lpstr">
      <vt:lpstr>Arial</vt:lpstr>
      <vt:lpstr>Berlin Sans FB Demi</vt:lpstr>
      <vt:lpstr>Calibri</vt:lpstr>
      <vt:lpstr>Calibri Light</vt:lpstr>
      <vt:lpstr>Office Theme</vt:lpstr>
      <vt:lpstr>HTML Form</vt:lpstr>
      <vt:lpstr>Prasyarat Materi </vt:lpstr>
      <vt:lpstr> 1. Materi HTML Form</vt:lpstr>
      <vt:lpstr>1 - Pengenalan HTML Form</vt:lpstr>
      <vt:lpstr>Contoh Forms</vt:lpstr>
      <vt:lpstr>2 - Membuat Project</vt:lpstr>
      <vt:lpstr>3 - Tag Form</vt:lpstr>
      <vt:lpstr>Penulisan tag form</vt:lpstr>
      <vt:lpstr>Form Attribute</vt:lpstr>
      <vt:lpstr>Contoh Penulisan form attribut</vt:lpstr>
      <vt:lpstr>4. Input tag </vt:lpstr>
      <vt:lpstr>Input Attribute</vt:lpstr>
      <vt:lpstr>Penulisan tag input dan atributnya</vt:lpstr>
      <vt:lpstr>5 - Input Text</vt:lpstr>
      <vt:lpstr>Contoh penulisan tag input</vt:lpstr>
      <vt:lpstr>6 - Label Tag</vt:lpstr>
      <vt:lpstr>Contoh Penulisan label, sehingga bila klik nama cursor akan pindah ke kotak isian</vt:lpstr>
      <vt:lpstr>7 - Input Submit</vt:lpstr>
      <vt:lpstr>Ketika isian form di submit(registrasi) akan di kirim ke file submit.html</vt:lpstr>
      <vt:lpstr>8 - Memproses Input</vt:lpstr>
      <vt:lpstr>Hasil method  get pengiriman data form</vt:lpstr>
      <vt:lpstr>Memproses Input</vt:lpstr>
      <vt:lpstr>9 - Input Reset</vt:lpstr>
      <vt:lpstr>Contoh Penulisan input reset (mengembalikan nilai semua, bukan dihapus)</vt:lpstr>
      <vt:lpstr>10 - Input Button</vt:lpstr>
      <vt:lpstr>Penulisan input type button, dengan tambahan javascript onclick=”alert(‘world’)”</vt:lpstr>
      <vt:lpstr>Ketika di Klik button world maka akan muncul alert world (sesuai apa yang akan kita tulis di world)</vt:lpstr>
      <vt:lpstr>11 - Input Checkbox</vt:lpstr>
      <vt:lpstr>Penulisan input checkbox dengan label</vt:lpstr>
      <vt:lpstr>Jika ditambahkan tombol submit(simpan) maka akan muncul di liat next slide</vt:lpstr>
      <vt:lpstr>Ketika di cek hobby maka akan muncul di file ini</vt:lpstr>
      <vt:lpstr>12 - Input Color</vt:lpstr>
      <vt:lpstr>Contoh penulisan input color</vt:lpstr>
      <vt:lpstr>13 - Input Date</vt:lpstr>
      <vt:lpstr>Penulisan code input-date dengan atributh type date, </vt:lpstr>
      <vt:lpstr>14 - Input Date Time</vt:lpstr>
      <vt:lpstr>Contoh Penulisan input date time </vt:lpstr>
      <vt:lpstr>15 - Input Month</vt:lpstr>
      <vt:lpstr>Contoh Penulisan input month</vt:lpstr>
      <vt:lpstr>16 - Input Time</vt:lpstr>
      <vt:lpstr>Contoh Penulisan Input type time</vt:lpstr>
      <vt:lpstr>17 - </vt:lpstr>
      <vt:lpstr>Contoh penulisan Input week</vt:lpstr>
      <vt:lpstr>18 - Input Email</vt:lpstr>
      <vt:lpstr>Contoh penulisan input type email ( atribut required menandakan bahwa form wajib diisi)</vt:lpstr>
      <vt:lpstr>19 - Input File</vt:lpstr>
      <vt:lpstr>Contoh penulisan input file</vt:lpstr>
      <vt:lpstr>dalam penulisan ini file dikirim bisa dilihat di inspect dan di network nya</vt:lpstr>
      <vt:lpstr>20 - Input Hidden</vt:lpstr>
      <vt:lpstr>Contoh penulisan input hidden</vt:lpstr>
      <vt:lpstr>Saya memasukan nama heru dengan user id heru akan terkirim juga datanya meskipun tersebunyi</vt:lpstr>
      <vt:lpstr>21 - Input Image</vt:lpstr>
      <vt:lpstr>Contoh penulisan dengan input gambar</vt:lpstr>
      <vt:lpstr>22 - Input Number</vt:lpstr>
      <vt:lpstr>Contoh penulisan input number</vt:lpstr>
      <vt:lpstr>23 - Input Password</vt:lpstr>
      <vt:lpstr>Contoh penuliskan input password</vt:lpstr>
      <vt:lpstr>24 - Input Radio</vt:lpstr>
      <vt:lpstr>Contoh Penulisan Input-radio</vt:lpstr>
      <vt:lpstr>25 Input Range</vt:lpstr>
      <vt:lpstr>Contoh Penulisan Input range</vt:lpstr>
      <vt:lpstr>26 - Input Telepon</vt:lpstr>
      <vt:lpstr>Contoh penulisan pola telpon di https://regexr.com/</vt:lpstr>
      <vt:lpstr>Contoh penulisan Input Telepon dengan pattern </vt:lpstr>
      <vt:lpstr>27 - Input URL</vt:lpstr>
      <vt:lpstr>Contoh penulisan input url</vt:lpstr>
      <vt:lpstr>28 - Text Area Tag</vt:lpstr>
      <vt:lpstr>Contoh penulisan  input textarea</vt:lpstr>
      <vt:lpstr>29 - Button Tag</vt:lpstr>
      <vt:lpstr>Contoh Penulisan Tag Button</vt:lpstr>
      <vt:lpstr>30 - Select Tag</vt:lpstr>
      <vt:lpstr>Option Tag</vt:lpstr>
      <vt:lpstr>Contoh Penulisan select tag dengan atribut option</vt:lpstr>
      <vt:lpstr>Multiple</vt:lpstr>
      <vt:lpstr>Contoh penulisan select multiple dengan tambahan atribut size untuk menampilkan pilihan dan control klik pilihan untuk pilihan lebih dari 1</vt:lpstr>
      <vt:lpstr>Option Group Tag</vt:lpstr>
      <vt:lpstr>Contoh penulisan option group tag di tag selected</vt:lpstr>
      <vt:lpstr>31 - Data List Tag</vt:lpstr>
      <vt:lpstr>Contoh penulisan data list tag</vt:lpstr>
      <vt:lpstr>32 - Field Set Tag</vt:lpstr>
      <vt:lpstr>Legend Tag</vt:lpstr>
      <vt:lpstr>Contoh penulisan tag fieldset dan legend</vt:lpstr>
      <vt:lpstr>33 - Materi Lanjutan</vt:lpstr>
      <vt:lpstr>Presentasi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Heru Fahrudin</dc:creator>
  <cp:lastModifiedBy>heru fahrudin</cp:lastModifiedBy>
  <cp:revision>186</cp:revision>
  <dcterms:created xsi:type="dcterms:W3CDTF">2021-03-24T15:19:00Z</dcterms:created>
  <dcterms:modified xsi:type="dcterms:W3CDTF">2026-02-05T05:05:23Z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7F361BD46C0949AB89320285AC6FCFF1_13</vt:lpwstr>
  </property>
  <property fmtid="{D5CDD505-2E9C-101B-9397-08002B2CF9AE}" pid="3" name="KSOProductBuildVer">
    <vt:lpwstr>1033-12.2.0.18911</vt:lpwstr>
  </property>
</Properties>
</file>